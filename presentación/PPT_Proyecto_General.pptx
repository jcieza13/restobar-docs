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10285400" cx="18288000"/>
  <p:notesSz cx="6858000" cy="9144000"/>
  <p:embeddedFontLst>
    <p:embeddedFont>
      <p:font typeface="Century Schoolbook"/>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A4A3A4"/>
          </p15:clr>
        </p15:guide>
        <p15:guide id="2" pos="5760">
          <p15:clr>
            <a:srgbClr val="A4A3A4"/>
          </p15:clr>
        </p15:guide>
      </p15:sldGuideLst>
    </p:ext>
    <p:ext uri="http://customooxmlschemas.google.com/">
      <go:slidesCustomData xmlns:go="http://customooxmlschemas.google.com/" r:id="rId42" roundtripDataSignature="AMtx7mhC99/qVHRVPCAfP5TxhyyG+fAf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Schoolbook-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CenturySchoolbook-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CenturySchoolbook-bold.fntdata"/><Relationship Id="rId16" Type="http://schemas.openxmlformats.org/officeDocument/2006/relationships/slide" Target="slides/slide11.xml"/><Relationship Id="rId38" Type="http://schemas.openxmlformats.org/officeDocument/2006/relationships/font" Target="fonts/CenturySchoolbook-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Buenos </a:t>
            </a:r>
            <a:r>
              <a:rPr lang="es-CL"/>
              <a:t>días</a:t>
            </a:r>
            <a:r>
              <a:rPr lang="es-CL"/>
              <a:t> profesor, buenos </a:t>
            </a:r>
            <a:r>
              <a:rPr lang="es-CL"/>
              <a:t>días</a:t>
            </a:r>
            <a:r>
              <a:rPr lang="es-CL"/>
              <a:t> compañeros… hoy presentaremos nuestro sistema de </a:t>
            </a:r>
            <a:r>
              <a:rPr lang="es-CL"/>
              <a:t>gestión</a:t>
            </a:r>
            <a:r>
              <a:rPr lang="es-CL"/>
              <a:t> restobar core v1 </a:t>
            </a:r>
            <a:endParaRPr/>
          </a:p>
        </p:txBody>
      </p:sp>
      <p:sp>
        <p:nvSpPr>
          <p:cNvPr id="141" name="Google Shape;14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entre algunos temas como </a:t>
            </a:r>
            <a:r>
              <a:rPr lang="es-CL"/>
              <a:t>impactos</a:t>
            </a:r>
            <a:r>
              <a:rPr lang="es-CL"/>
              <a:t> positivos y negativos del proyecto, Requerimientos </a:t>
            </a:r>
            <a:r>
              <a:rPr lang="es-CL"/>
              <a:t>explícitos</a:t>
            </a:r>
            <a:r>
              <a:rPr lang="es-CL"/>
              <a:t> y pruebas de requerimiento, kpi’s del proyecto y un video de presentación del SW.</a:t>
            </a:r>
            <a:endParaRPr/>
          </a:p>
        </p:txBody>
      </p:sp>
      <p:sp>
        <p:nvSpPr>
          <p:cNvPr id="147" name="Google Shape;14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76f6c50663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Como se </a:t>
            </a:r>
            <a:r>
              <a:rPr lang="es-CL"/>
              <a:t>presentó</a:t>
            </a:r>
            <a:r>
              <a:rPr lang="es-CL"/>
              <a:t> previamente… n</a:t>
            </a:r>
            <a:r>
              <a:rPr lang="es-CL"/>
              <a:t>uestro grupo cambia constantemente de roles, para tener una </a:t>
            </a:r>
            <a:r>
              <a:rPr lang="es-CL"/>
              <a:t>dinámica</a:t>
            </a:r>
            <a:r>
              <a:rPr lang="es-CL"/>
              <a:t> de aprendizaje fluida.</a:t>
            </a:r>
            <a:endParaRPr/>
          </a:p>
        </p:txBody>
      </p:sp>
      <p:sp>
        <p:nvSpPr>
          <p:cNvPr id="154" name="Google Shape;154;g76f6c50663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74fbc8c0f7_0_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74fbc8c0f7_0_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Como se </a:t>
            </a:r>
            <a:r>
              <a:rPr lang="es-CL"/>
              <a:t>presentó</a:t>
            </a:r>
            <a:r>
              <a:rPr lang="es-CL"/>
              <a:t> previamente el cliente registra</a:t>
            </a:r>
            <a:r>
              <a:rPr lang="es-CL"/>
              <a:t> </a:t>
            </a:r>
            <a:r>
              <a:rPr lang="es-CL"/>
              <a:t>pérdidas</a:t>
            </a:r>
            <a:r>
              <a:rPr lang="es-CL"/>
              <a:t> en su restobar desde su apertura por merma de productos.debido al no registro por parte de garzones.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74fbc8c0f7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Objetivo general es presentar nuestro software operativo, especifico, los puntos que pueden ver y abordar, entre ellos </a:t>
            </a:r>
            <a:endParaRPr/>
          </a:p>
        </p:txBody>
      </p:sp>
      <p:sp>
        <p:nvSpPr>
          <p:cNvPr id="167" name="Google Shape;167;g74fbc8c0f7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845b736331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845b736331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76f6c50663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76f6c50663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la </a:t>
            </a:r>
            <a:r>
              <a:rPr lang="es-CL"/>
              <a:t>metodología</a:t>
            </a:r>
            <a:r>
              <a:rPr lang="es-CL"/>
              <a:t> utilizada para la </a:t>
            </a:r>
            <a:r>
              <a:rPr lang="es-CL"/>
              <a:t>gestión</a:t>
            </a:r>
            <a:r>
              <a:rPr lang="es-CL"/>
              <a:t> y desarrollo de este proyecto fue scrum, ya que al ser una </a:t>
            </a:r>
            <a:r>
              <a:rPr lang="es-CL"/>
              <a:t>metodología</a:t>
            </a:r>
            <a:r>
              <a:rPr lang="es-CL"/>
              <a:t> adaptativa nos </a:t>
            </a:r>
            <a:r>
              <a:rPr lang="es-CL"/>
              <a:t>permitió</a:t>
            </a:r>
            <a:r>
              <a:rPr lang="es-CL"/>
              <a:t> generar avances </a:t>
            </a:r>
            <a:r>
              <a:rPr lang="es-CL"/>
              <a:t>rápidos</a:t>
            </a:r>
            <a:r>
              <a:rPr lang="es-CL"/>
              <a:t> y colaborativos entre el equipo de desarrollo y gestión. colaborando continuamente durante el proceso de desarrollo del producto final.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76f6c50663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76f6c50663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8a0ff6cbec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8a0ff6cbe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8d8228ba78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8d8228ba7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8d8e8cbfd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8d8e8cbf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8a0ff6cbec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8a0ff6cbe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85360d1b6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85360d1b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s-CL" sz="600">
                <a:solidFill>
                  <a:schemeClr val="dk1"/>
                </a:solidFill>
                <a:latin typeface="Times New Roman"/>
                <a:ea typeface="Times New Roman"/>
                <a:cs typeface="Times New Roman"/>
                <a:sym typeface="Times New Roman"/>
              </a:rPr>
              <a:t>(Control- Gestión - Administración)	Gestión de usuarios (Administrador - Cajero - Garzones):</a:t>
            </a:r>
            <a:endParaRPr sz="600">
              <a:solidFill>
                <a:schemeClr val="dk1"/>
              </a:solidFill>
              <a:latin typeface="Times New Roman"/>
              <a:ea typeface="Times New Roman"/>
              <a:cs typeface="Times New Roman"/>
              <a:sym typeface="Times New Roman"/>
            </a:endParaRPr>
          </a:p>
          <a:p>
            <a:pPr indent="0" lvl="0" marL="1828800" rtl="0" algn="l">
              <a:spcBef>
                <a:spcPts val="300"/>
              </a:spcBef>
              <a:spcAft>
                <a:spcPts val="0"/>
              </a:spcAft>
              <a:buClr>
                <a:schemeClr val="dk1"/>
              </a:buClr>
              <a:buSzPts val="1100"/>
              <a:buFont typeface="Arial"/>
              <a:buNone/>
            </a:pPr>
            <a:r>
              <a:t/>
            </a:r>
            <a:endParaRPr sz="600">
              <a:solidFill>
                <a:schemeClr val="dk1"/>
              </a:solidFill>
              <a:latin typeface="Times New Roman"/>
              <a:ea typeface="Times New Roman"/>
              <a:cs typeface="Times New Roman"/>
              <a:sym typeface="Times New Roman"/>
            </a:endParaRPr>
          </a:p>
          <a:p>
            <a:pPr indent="0" lvl="0" marL="0" rtl="0" algn="just">
              <a:spcBef>
                <a:spcPts val="300"/>
              </a:spcBef>
              <a:spcAft>
                <a:spcPts val="0"/>
              </a:spcAft>
              <a:buClr>
                <a:schemeClr val="dk1"/>
              </a:buClr>
              <a:buSzPts val="1100"/>
              <a:buFont typeface="Arial"/>
              <a:buNone/>
            </a:pPr>
            <a:r>
              <a:rPr lang="es-CL" sz="600">
                <a:solidFill>
                  <a:schemeClr val="dk1"/>
                </a:solidFill>
                <a:latin typeface="Times New Roman"/>
                <a:ea typeface="Times New Roman"/>
                <a:cs typeface="Times New Roman"/>
                <a:sym typeface="Times New Roman"/>
              </a:rPr>
              <a:t>Se requiere un panel visual de gestión  para controlar y dar ingreso a los usuarios del sistema: </a:t>
            </a:r>
            <a:endParaRPr sz="600">
              <a:solidFill>
                <a:schemeClr val="dk1"/>
              </a:solidFill>
              <a:latin typeface="Times New Roman"/>
              <a:ea typeface="Times New Roman"/>
              <a:cs typeface="Times New Roman"/>
              <a:sym typeface="Times New Roman"/>
            </a:endParaRPr>
          </a:p>
          <a:p>
            <a:pPr indent="-266700" lvl="0" marL="457200" rtl="0" algn="just">
              <a:spcBef>
                <a:spcPts val="300"/>
              </a:spcBef>
              <a:spcAft>
                <a:spcPts val="0"/>
              </a:spcAft>
              <a:buClr>
                <a:schemeClr val="accent1"/>
              </a:buClr>
              <a:buSzPts val="600"/>
              <a:buFont typeface="Times New Roman"/>
              <a:buChar char="-"/>
            </a:pPr>
            <a:r>
              <a:rPr lang="es-CL" sz="600">
                <a:solidFill>
                  <a:schemeClr val="dk1"/>
                </a:solidFill>
                <a:latin typeface="Times New Roman"/>
                <a:ea typeface="Times New Roman"/>
                <a:cs typeface="Times New Roman"/>
                <a:sym typeface="Times New Roman"/>
              </a:rPr>
              <a:t>Administrador: Acceso total de gestión de cajero, garzones, ingreso y salida de productos, cambios de precio y generación de reportes. </a:t>
            </a:r>
            <a:endParaRPr sz="600">
              <a:solidFill>
                <a:schemeClr val="dk1"/>
              </a:solidFill>
              <a:latin typeface="Times New Roman"/>
              <a:ea typeface="Times New Roman"/>
              <a:cs typeface="Times New Roman"/>
              <a:sym typeface="Times New Roman"/>
            </a:endParaRPr>
          </a:p>
          <a:p>
            <a:pPr indent="-266700" lvl="0" marL="457200" rtl="0" algn="just">
              <a:spcBef>
                <a:spcPts val="0"/>
              </a:spcBef>
              <a:spcAft>
                <a:spcPts val="0"/>
              </a:spcAft>
              <a:buClr>
                <a:schemeClr val="accent1"/>
              </a:buClr>
              <a:buSzPts val="600"/>
              <a:buFont typeface="Times New Roman"/>
              <a:buChar char="-"/>
            </a:pPr>
            <a:r>
              <a:rPr lang="es-CL" sz="600">
                <a:solidFill>
                  <a:schemeClr val="dk1"/>
                </a:solidFill>
                <a:latin typeface="Times New Roman"/>
                <a:ea typeface="Times New Roman"/>
                <a:cs typeface="Times New Roman"/>
                <a:sym typeface="Times New Roman"/>
              </a:rPr>
              <a:t>Cajero: Solo debe tener permiso de vista al sistema, cobro y cierre de mesas. </a:t>
            </a:r>
            <a:endParaRPr sz="600">
              <a:solidFill>
                <a:schemeClr val="dk1"/>
              </a:solidFill>
              <a:latin typeface="Times New Roman"/>
              <a:ea typeface="Times New Roman"/>
              <a:cs typeface="Times New Roman"/>
              <a:sym typeface="Times New Roman"/>
            </a:endParaRPr>
          </a:p>
          <a:p>
            <a:pPr indent="-266700" lvl="0" marL="457200" rtl="0" algn="just">
              <a:spcBef>
                <a:spcPts val="0"/>
              </a:spcBef>
              <a:spcAft>
                <a:spcPts val="0"/>
              </a:spcAft>
              <a:buClr>
                <a:schemeClr val="accent1"/>
              </a:buClr>
              <a:buSzPts val="600"/>
              <a:buFont typeface="Times New Roman"/>
              <a:buChar char="-"/>
            </a:pPr>
            <a:r>
              <a:rPr lang="es-CL" sz="600">
                <a:solidFill>
                  <a:schemeClr val="dk1"/>
                </a:solidFill>
                <a:latin typeface="Times New Roman"/>
                <a:ea typeface="Times New Roman"/>
                <a:cs typeface="Times New Roman"/>
                <a:sym typeface="Times New Roman"/>
              </a:rPr>
              <a:t>Garzones: Tendrán permiso de vista a todos los productos del sistema para ofrecerle al cliente, apertura y cierres de mesa.</a:t>
            </a:r>
            <a:endParaRPr sz="6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85360d1b6e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85360d1b6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88acd31298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88acd3129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Problema que generaba la ID p104 era la comptabilidad del Cliente Seervidor de PHP, ya que el software se ejecuta en PHP 7,4 y xampp para las puruebas se ejectu oen una versión anterior. Se soluciono, SI. 1</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88acd31298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88acd3129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8d8228ba78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8d8228ba7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8d8228ba78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8d8228ba7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860a5c84ad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860a5c84a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s-CL" sz="3000">
                <a:solidFill>
                  <a:schemeClr val="dk1"/>
                </a:solidFill>
                <a:latin typeface="Times New Roman"/>
                <a:ea typeface="Times New Roman"/>
                <a:cs typeface="Times New Roman"/>
                <a:sym typeface="Times New Roman"/>
              </a:rPr>
              <a:t>(Control- Gestión - Administración)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860a5c84ad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860a5c84a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s-CL" sz="3000">
                <a:solidFill>
                  <a:schemeClr val="dk1"/>
                </a:solidFill>
                <a:latin typeface="Times New Roman"/>
                <a:ea typeface="Times New Roman"/>
                <a:cs typeface="Times New Roman"/>
                <a:sym typeface="Times New Roman"/>
              </a:rPr>
              <a:t>(Control- Gestión - Administración)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76f6c50663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7" name="Google Shape;317;g76f6c50663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76f6c5066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g76f6c50663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76f6c50663_6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76f6c50663_6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845b736331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El </a:t>
            </a:r>
            <a:r>
              <a:rPr lang="es-CL"/>
              <a:t>diagrama</a:t>
            </a:r>
            <a:r>
              <a:rPr lang="es-CL"/>
              <a:t> presenta una Estructura Cliente/Servidor, en </a:t>
            </a:r>
            <a:r>
              <a:rPr lang="es-CL"/>
              <a:t>el</a:t>
            </a:r>
            <a:r>
              <a:rPr lang="es-CL"/>
              <a:t> cual se instala el software en el servidor local, que </a:t>
            </a:r>
            <a:r>
              <a:rPr lang="es-CL"/>
              <a:t>será</a:t>
            </a:r>
            <a:r>
              <a:rPr lang="es-CL"/>
              <a:t> un web server / local, el cual </a:t>
            </a:r>
            <a:r>
              <a:rPr lang="es-CL"/>
              <a:t>entregará</a:t>
            </a:r>
            <a:r>
              <a:rPr lang="es-CL"/>
              <a:t> una URL de acceso que se </a:t>
            </a:r>
            <a:r>
              <a:rPr lang="es-CL"/>
              <a:t>distribuirá</a:t>
            </a:r>
            <a:r>
              <a:rPr lang="es-CL"/>
              <a:t> a los distintos dispositivos, el </a:t>
            </a:r>
            <a:r>
              <a:rPr lang="es-CL"/>
              <a:t>router</a:t>
            </a:r>
            <a:r>
              <a:rPr lang="es-CL"/>
              <a:t> </a:t>
            </a:r>
            <a:r>
              <a:rPr lang="es-CL"/>
              <a:t>funciona</a:t>
            </a:r>
            <a:r>
              <a:rPr lang="es-CL"/>
              <a:t> como firewall asignando los permisos mediante una MAC de cada </a:t>
            </a:r>
            <a:r>
              <a:rPr lang="es-CL"/>
              <a:t>máquina</a:t>
            </a:r>
            <a:r>
              <a:rPr lang="es-CL"/>
              <a:t> que </a:t>
            </a:r>
            <a:r>
              <a:rPr lang="es-CL"/>
              <a:t>recibirá</a:t>
            </a:r>
            <a:r>
              <a:rPr lang="es-CL"/>
              <a:t> la URL a </a:t>
            </a:r>
            <a:r>
              <a:rPr lang="es-CL"/>
              <a:t>través</a:t>
            </a:r>
            <a:r>
              <a:rPr lang="es-CL"/>
              <a:t> de una conexión wifi (URL interna). El router </a:t>
            </a:r>
            <a:r>
              <a:rPr lang="es-CL"/>
              <a:t>distribuirá</a:t>
            </a:r>
            <a:r>
              <a:rPr lang="es-CL"/>
              <a:t> la URL a los distintos dispositivos que se enlacen a la red WIFI interna. Por seguridad, la SSID de la wifi </a:t>
            </a:r>
            <a:r>
              <a:rPr lang="es-CL"/>
              <a:t>será</a:t>
            </a:r>
            <a:r>
              <a:rPr lang="es-CL"/>
              <a:t> ocultada, para así mantener una nivel de protección. Y </a:t>
            </a:r>
            <a:r>
              <a:rPr lang="es-CL"/>
              <a:t>será</a:t>
            </a:r>
            <a:r>
              <a:rPr lang="es-CL"/>
              <a:t> configurada de manera manual en cada dispositivo del local. </a:t>
            </a:r>
            <a:endParaRPr/>
          </a:p>
        </p:txBody>
      </p:sp>
      <p:sp>
        <p:nvSpPr>
          <p:cNvPr id="342" name="Google Shape;342;g845b736331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76f6c50663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g76f6c50663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76f6c50663_6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76f6c50663_6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La EDT inicial,que pueden visualizar, </a:t>
            </a:r>
            <a:r>
              <a:rPr lang="es-CL"/>
              <a:t>está</a:t>
            </a:r>
            <a:r>
              <a:rPr lang="es-CL"/>
              <a:t> compuesta por 4 puntos importantes para el desarrollo del producto... los cuales son: la documentación y analisis que como hito final tiene la documentacion de requerimientos completa... el siguiente punto es el diseño, el cual como hito terminal es el diseño final de la plataforma... luego la construccion y documentacion que presenta como hito final la version de prueba de la plataforma del sw... y por ultimo la implementación de pruebas que nos llevara al acta de cierre y entrega del sw.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8d8228ba78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8d8228ba7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8d8228ba78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8d8228ba7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76f6c50663_6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76f6c50663_6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bg>
      <p:bgPr>
        <a:solidFill>
          <a:schemeClr val="lt1"/>
        </a:solidFill>
      </p:bgPr>
    </p:bg>
    <p:spTree>
      <p:nvGrpSpPr>
        <p:cNvPr id="17" name="Shape 17"/>
        <p:cNvGrpSpPr/>
        <p:nvPr/>
      </p:nvGrpSpPr>
      <p:grpSpPr>
        <a:xfrm>
          <a:off x="0" y="0"/>
          <a:ext cx="0" cy="0"/>
          <a:chOff x="0" y="0"/>
          <a:chExt cx="0" cy="0"/>
        </a:xfrm>
      </p:grpSpPr>
      <p:sp>
        <p:nvSpPr>
          <p:cNvPr id="18" name="Google Shape;18;p10"/>
          <p:cNvSpPr txBox="1"/>
          <p:nvPr>
            <p:ph type="ctrTitle"/>
          </p:nvPr>
        </p:nvSpPr>
        <p:spPr>
          <a:xfrm>
            <a:off x="4572000" y="4685577"/>
            <a:ext cx="12344400" cy="2841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4499"/>
              <a:buFont typeface="Century Schoolbook"/>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0"/>
          <p:cNvSpPr txBox="1"/>
          <p:nvPr>
            <p:ph idx="1" type="subTitle"/>
          </p:nvPr>
        </p:nvSpPr>
        <p:spPr>
          <a:xfrm>
            <a:off x="4572000" y="7503825"/>
            <a:ext cx="12344400" cy="2057100"/>
          </a:xfrm>
          <a:prstGeom prst="rect">
            <a:avLst/>
          </a:prstGeom>
          <a:noFill/>
          <a:ln>
            <a:noFill/>
          </a:ln>
        </p:spPr>
        <p:txBody>
          <a:bodyPr anchorCtr="0" anchor="t" bIns="45700" lIns="91425" spcFirstLastPara="1" rIns="91425" wrap="square" tIns="45700">
            <a:noAutofit/>
          </a:bodyPr>
          <a:lstStyle>
            <a:lvl1pPr lvl="0" algn="l">
              <a:lnSpc>
                <a:spcPct val="100000"/>
              </a:lnSpc>
              <a:spcBef>
                <a:spcPts val="900"/>
              </a:spcBef>
              <a:spcAft>
                <a:spcPts val="0"/>
              </a:spcAft>
              <a:buSzPts val="1890"/>
              <a:buNone/>
              <a:defRPr b="1" sz="2700">
                <a:solidFill>
                  <a:schemeClr val="dk2"/>
                </a:solidFill>
              </a:defRPr>
            </a:lvl1pPr>
            <a:lvl2pPr lvl="1" algn="ctr">
              <a:lnSpc>
                <a:spcPct val="100000"/>
              </a:lnSpc>
              <a:spcBef>
                <a:spcPts val="360"/>
              </a:spcBef>
              <a:spcAft>
                <a:spcPts val="0"/>
              </a:spcAft>
              <a:buSzPts val="1440"/>
              <a:buNone/>
              <a:defRPr/>
            </a:lvl2pPr>
            <a:lvl3pPr lvl="2" algn="ctr">
              <a:lnSpc>
                <a:spcPct val="100000"/>
              </a:lnSpc>
              <a:spcBef>
                <a:spcPts val="360"/>
              </a:spcBef>
              <a:spcAft>
                <a:spcPts val="0"/>
              </a:spcAft>
              <a:buSzPts val="1080"/>
              <a:buNone/>
              <a:defRPr/>
            </a:lvl3pPr>
            <a:lvl4pPr lvl="3" algn="ctr">
              <a:lnSpc>
                <a:spcPct val="100000"/>
              </a:lnSpc>
              <a:spcBef>
                <a:spcPts val="360"/>
              </a:spcBef>
              <a:spcAft>
                <a:spcPts val="0"/>
              </a:spcAft>
              <a:buSzPts val="1080"/>
              <a:buNone/>
              <a:defRPr/>
            </a:lvl4pPr>
            <a:lvl5pPr lvl="4" algn="ctr">
              <a:lnSpc>
                <a:spcPct val="100000"/>
              </a:lnSpc>
              <a:spcBef>
                <a:spcPts val="360"/>
              </a:spcBef>
              <a:spcAft>
                <a:spcPts val="0"/>
              </a:spcAft>
              <a:buSzPts val="1224"/>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08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0" name="Google Shape;20;p10"/>
          <p:cNvSpPr txBox="1"/>
          <p:nvPr>
            <p:ph idx="10" type="dt"/>
          </p:nvPr>
        </p:nvSpPr>
        <p:spPr>
          <a:xfrm rot="5400000">
            <a:off x="16101042" y="1665545"/>
            <a:ext cx="3428400" cy="762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0"/>
          <p:cNvSpPr txBox="1"/>
          <p:nvPr>
            <p:ph idx="11" type="ftr"/>
          </p:nvPr>
        </p:nvSpPr>
        <p:spPr>
          <a:xfrm rot="5400000">
            <a:off x="15069436" y="6175500"/>
            <a:ext cx="5485500" cy="768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0"/>
          <p:cNvSpPr/>
          <p:nvPr/>
        </p:nvSpPr>
        <p:spPr>
          <a:xfrm>
            <a:off x="762000" y="0"/>
            <a:ext cx="1219200" cy="10285500"/>
          </a:xfrm>
          <a:prstGeom prst="rect">
            <a:avLst/>
          </a:prstGeom>
          <a:solidFill>
            <a:srgbClr val="FEC2AC">
              <a:alpha val="5294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23" name="Google Shape;23;p10"/>
          <p:cNvSpPr/>
          <p:nvPr/>
        </p:nvSpPr>
        <p:spPr>
          <a:xfrm>
            <a:off x="552672" y="0"/>
            <a:ext cx="209400" cy="10285500"/>
          </a:xfrm>
          <a:prstGeom prst="rect">
            <a:avLst/>
          </a:prstGeom>
          <a:solidFill>
            <a:srgbClr val="FFD8CC">
              <a:alpha val="3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24" name="Google Shape;24;p10"/>
          <p:cNvSpPr/>
          <p:nvPr/>
        </p:nvSpPr>
        <p:spPr>
          <a:xfrm>
            <a:off x="1981200" y="0"/>
            <a:ext cx="363600" cy="10285500"/>
          </a:xfrm>
          <a:prstGeom prst="rect">
            <a:avLst/>
          </a:prstGeom>
          <a:solidFill>
            <a:srgbClr val="FFD8CC">
              <a:alpha val="6862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25" name="Google Shape;25;p10"/>
          <p:cNvSpPr/>
          <p:nvPr/>
        </p:nvSpPr>
        <p:spPr>
          <a:xfrm>
            <a:off x="2282640" y="0"/>
            <a:ext cx="460500" cy="10285500"/>
          </a:xfrm>
          <a:prstGeom prst="rect">
            <a:avLst/>
          </a:prstGeom>
          <a:solidFill>
            <a:srgbClr val="FFEDE7">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cxnSp>
        <p:nvCxnSpPr>
          <p:cNvPr id="26" name="Google Shape;26;p10"/>
          <p:cNvCxnSpPr/>
          <p:nvPr/>
        </p:nvCxnSpPr>
        <p:spPr>
          <a:xfrm>
            <a:off x="212688" y="0"/>
            <a:ext cx="0" cy="10285500"/>
          </a:xfrm>
          <a:prstGeom prst="straightConnector1">
            <a:avLst/>
          </a:prstGeom>
          <a:noFill/>
          <a:ln cap="flat" cmpd="sng" w="57150">
            <a:solidFill>
              <a:srgbClr val="FEC2AC">
                <a:alpha val="71764"/>
              </a:srgbClr>
            </a:solidFill>
            <a:prstDash val="solid"/>
            <a:round/>
            <a:headEnd len="sm" w="sm" type="none"/>
            <a:tailEnd len="sm" w="sm" type="none"/>
          </a:ln>
        </p:spPr>
      </p:cxnSp>
      <p:cxnSp>
        <p:nvCxnSpPr>
          <p:cNvPr id="27" name="Google Shape;27;p10"/>
          <p:cNvCxnSpPr/>
          <p:nvPr/>
        </p:nvCxnSpPr>
        <p:spPr>
          <a:xfrm>
            <a:off x="1828800" y="0"/>
            <a:ext cx="0" cy="10285500"/>
          </a:xfrm>
          <a:prstGeom prst="straightConnector1">
            <a:avLst/>
          </a:prstGeom>
          <a:noFill/>
          <a:ln cap="flat" cmpd="sng" w="57150">
            <a:solidFill>
              <a:srgbClr val="FFEDE7">
                <a:alpha val="81960"/>
              </a:srgbClr>
            </a:solidFill>
            <a:prstDash val="solid"/>
            <a:round/>
            <a:headEnd len="sm" w="sm" type="none"/>
            <a:tailEnd len="sm" w="sm" type="none"/>
          </a:ln>
        </p:spPr>
      </p:cxnSp>
      <p:cxnSp>
        <p:nvCxnSpPr>
          <p:cNvPr id="28" name="Google Shape;28;p10"/>
          <p:cNvCxnSpPr/>
          <p:nvPr/>
        </p:nvCxnSpPr>
        <p:spPr>
          <a:xfrm>
            <a:off x="1708224" y="0"/>
            <a:ext cx="0" cy="10285500"/>
          </a:xfrm>
          <a:prstGeom prst="straightConnector1">
            <a:avLst/>
          </a:prstGeom>
          <a:noFill/>
          <a:ln cap="flat" cmpd="sng" w="57150">
            <a:solidFill>
              <a:srgbClr val="FEC2AC"/>
            </a:solidFill>
            <a:prstDash val="solid"/>
            <a:round/>
            <a:headEnd len="sm" w="sm" type="none"/>
            <a:tailEnd len="sm" w="sm" type="none"/>
          </a:ln>
        </p:spPr>
      </p:cxnSp>
      <p:cxnSp>
        <p:nvCxnSpPr>
          <p:cNvPr id="29" name="Google Shape;29;p10"/>
          <p:cNvCxnSpPr/>
          <p:nvPr/>
        </p:nvCxnSpPr>
        <p:spPr>
          <a:xfrm>
            <a:off x="3453280" y="0"/>
            <a:ext cx="0" cy="10285500"/>
          </a:xfrm>
          <a:prstGeom prst="straightConnector1">
            <a:avLst/>
          </a:prstGeom>
          <a:noFill/>
          <a:ln cap="flat" cmpd="sng" w="28575">
            <a:solidFill>
              <a:srgbClr val="FEC2AC">
                <a:alpha val="80784"/>
              </a:srgbClr>
            </a:solidFill>
            <a:prstDash val="solid"/>
            <a:round/>
            <a:headEnd len="sm" w="sm" type="none"/>
            <a:tailEnd len="sm" w="sm" type="none"/>
          </a:ln>
        </p:spPr>
      </p:cxnSp>
      <p:cxnSp>
        <p:nvCxnSpPr>
          <p:cNvPr id="30" name="Google Shape;30;p10"/>
          <p:cNvCxnSpPr/>
          <p:nvPr/>
        </p:nvCxnSpPr>
        <p:spPr>
          <a:xfrm>
            <a:off x="2133600" y="0"/>
            <a:ext cx="0" cy="10285500"/>
          </a:xfrm>
          <a:prstGeom prst="straightConnector1">
            <a:avLst/>
          </a:prstGeom>
          <a:noFill/>
          <a:ln cap="flat" cmpd="sng" w="9525">
            <a:solidFill>
              <a:srgbClr val="FEC2AC"/>
            </a:solidFill>
            <a:prstDash val="solid"/>
            <a:round/>
            <a:headEnd len="sm" w="sm" type="none"/>
            <a:tailEnd len="sm" w="sm" type="none"/>
          </a:ln>
        </p:spPr>
      </p:cxnSp>
      <p:cxnSp>
        <p:nvCxnSpPr>
          <p:cNvPr id="31" name="Google Shape;31;p10"/>
          <p:cNvCxnSpPr/>
          <p:nvPr/>
        </p:nvCxnSpPr>
        <p:spPr>
          <a:xfrm>
            <a:off x="18227713" y="0"/>
            <a:ext cx="0" cy="10285500"/>
          </a:xfrm>
          <a:prstGeom prst="straightConnector1">
            <a:avLst/>
          </a:prstGeom>
          <a:noFill/>
          <a:ln cap="flat" cmpd="thickThin" w="57150">
            <a:solidFill>
              <a:srgbClr val="FEC2AC"/>
            </a:solidFill>
            <a:prstDash val="solid"/>
            <a:round/>
            <a:headEnd len="sm" w="sm" type="none"/>
            <a:tailEnd len="sm" w="sm" type="none"/>
          </a:ln>
        </p:spPr>
      </p:cxnSp>
      <p:sp>
        <p:nvSpPr>
          <p:cNvPr id="32" name="Google Shape;32;p10"/>
          <p:cNvSpPr/>
          <p:nvPr/>
        </p:nvSpPr>
        <p:spPr>
          <a:xfrm>
            <a:off x="2438400" y="0"/>
            <a:ext cx="152400" cy="10285500"/>
          </a:xfrm>
          <a:prstGeom prst="rect">
            <a:avLst/>
          </a:prstGeom>
          <a:solidFill>
            <a:srgbClr val="FEC2AC">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33" name="Google Shape;33;p10"/>
          <p:cNvSpPr/>
          <p:nvPr/>
        </p:nvSpPr>
        <p:spPr>
          <a:xfrm>
            <a:off x="1219200" y="5142707"/>
            <a:ext cx="2590800" cy="19428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34" name="Google Shape;34;p10"/>
          <p:cNvSpPr/>
          <p:nvPr/>
        </p:nvSpPr>
        <p:spPr>
          <a:xfrm>
            <a:off x="2619264" y="7299002"/>
            <a:ext cx="1282800" cy="9621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35" name="Google Shape;35;p10"/>
          <p:cNvSpPr/>
          <p:nvPr/>
        </p:nvSpPr>
        <p:spPr>
          <a:xfrm>
            <a:off x="2182160" y="8249675"/>
            <a:ext cx="274200" cy="2058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36" name="Google Shape;36;p10"/>
          <p:cNvSpPr/>
          <p:nvPr/>
        </p:nvSpPr>
        <p:spPr>
          <a:xfrm>
            <a:off x="3328416" y="8680888"/>
            <a:ext cx="548700" cy="4113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37" name="Google Shape;37;p10"/>
          <p:cNvSpPr/>
          <p:nvPr/>
        </p:nvSpPr>
        <p:spPr>
          <a:xfrm>
            <a:off x="3810000" y="6742660"/>
            <a:ext cx="731400" cy="548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38" name="Google Shape;38;p10"/>
          <p:cNvSpPr txBox="1"/>
          <p:nvPr>
            <p:ph idx="12" type="sldNum"/>
          </p:nvPr>
        </p:nvSpPr>
        <p:spPr>
          <a:xfrm>
            <a:off x="2651088" y="7391913"/>
            <a:ext cx="1219200" cy="7761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pic>
        <p:nvPicPr>
          <p:cNvPr descr="UDLA-Universidad de Las Américas" id="39" name="Google Shape;39;p10"/>
          <p:cNvPicPr preferRelativeResize="0"/>
          <p:nvPr/>
        </p:nvPicPr>
        <p:blipFill rotWithShape="1">
          <a:blip r:embed="rId2">
            <a:alphaModFix/>
          </a:blip>
          <a:srcRect b="0" l="0" r="0" t="0"/>
          <a:stretch/>
        </p:blipFill>
        <p:spPr>
          <a:xfrm>
            <a:off x="14436703" y="383686"/>
            <a:ext cx="3128480" cy="82854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0" name="Shape 40"/>
        <p:cNvGrpSpPr/>
        <p:nvPr/>
      </p:nvGrpSpPr>
      <p:grpSpPr>
        <a:xfrm>
          <a:off x="0" y="0"/>
          <a:ext cx="0" cy="0"/>
          <a:chOff x="0" y="0"/>
          <a:chExt cx="0" cy="0"/>
        </a:xfrm>
      </p:grpSpPr>
      <p:sp>
        <p:nvSpPr>
          <p:cNvPr id="41" name="Google Shape;41;p11"/>
          <p:cNvSpPr txBox="1"/>
          <p:nvPr>
            <p:ph type="title"/>
          </p:nvPr>
        </p:nvSpPr>
        <p:spPr>
          <a:xfrm>
            <a:off x="914400" y="1099993"/>
            <a:ext cx="14935201" cy="1026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 type="body"/>
          </p:nvPr>
        </p:nvSpPr>
        <p:spPr>
          <a:xfrm>
            <a:off x="914400" y="2399930"/>
            <a:ext cx="14935201" cy="73095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900"/>
              </a:spcBef>
              <a:spcAft>
                <a:spcPts val="0"/>
              </a:spcAft>
              <a:buSzPts val="1260"/>
              <a:buChar char="?"/>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3" name="Google Shape;43;p11"/>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UDLA-Universidad de Las Américas" id="45" name="Google Shape;45;p11"/>
          <p:cNvPicPr preferRelativeResize="0"/>
          <p:nvPr/>
        </p:nvPicPr>
        <p:blipFill rotWithShape="1">
          <a:blip r:embed="rId2">
            <a:alphaModFix/>
          </a:blip>
          <a:srcRect b="0" l="0" r="0" t="0"/>
          <a:stretch/>
        </p:blipFill>
        <p:spPr>
          <a:xfrm>
            <a:off x="575048" y="394381"/>
            <a:ext cx="2664296" cy="705612"/>
          </a:xfrm>
          <a:prstGeom prst="rect">
            <a:avLst/>
          </a:prstGeom>
          <a:noFill/>
          <a:ln>
            <a:noFill/>
          </a:ln>
        </p:spPr>
      </p:pic>
      <p:sp>
        <p:nvSpPr>
          <p:cNvPr id="46" name="Google Shape;46;p11"/>
          <p:cNvSpPr txBox="1"/>
          <p:nvPr>
            <p:ph idx="12" type="sldNum"/>
          </p:nvPr>
        </p:nvSpPr>
        <p:spPr>
          <a:xfrm>
            <a:off x="16308113" y="8599090"/>
            <a:ext cx="1219200" cy="7818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dk2"/>
        </a:solidFill>
      </p:bgPr>
    </p:bg>
    <p:spTree>
      <p:nvGrpSpPr>
        <p:cNvPr id="47" name="Shape 47"/>
        <p:cNvGrpSpPr/>
        <p:nvPr/>
      </p:nvGrpSpPr>
      <p:grpSpPr>
        <a:xfrm>
          <a:off x="0" y="0"/>
          <a:ext cx="0" cy="0"/>
          <a:chOff x="0" y="0"/>
          <a:chExt cx="0" cy="0"/>
        </a:xfrm>
      </p:grpSpPr>
      <p:sp>
        <p:nvSpPr>
          <p:cNvPr id="48" name="Google Shape;48;p12"/>
          <p:cNvSpPr txBox="1"/>
          <p:nvPr>
            <p:ph type="title"/>
          </p:nvPr>
        </p:nvSpPr>
        <p:spPr>
          <a:xfrm>
            <a:off x="4572000" y="4342730"/>
            <a:ext cx="12344400" cy="3079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499"/>
              <a:buFont typeface="Century Schoolbook"/>
              <a:buNone/>
              <a:defRPr b="1" sz="4499" cap="small"/>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 type="body"/>
          </p:nvPr>
        </p:nvSpPr>
        <p:spPr>
          <a:xfrm>
            <a:off x="4572000" y="7514065"/>
            <a:ext cx="12344400" cy="20571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900"/>
              </a:spcBef>
              <a:spcAft>
                <a:spcPts val="0"/>
              </a:spcAft>
              <a:buSzPts val="1890"/>
              <a:buNone/>
              <a:defRPr b="1" sz="2700">
                <a:solidFill>
                  <a:schemeClr val="lt2"/>
                </a:solidFill>
              </a:defRPr>
            </a:lvl1pPr>
            <a:lvl2pPr indent="-228600" lvl="1" marL="914400" algn="l">
              <a:lnSpc>
                <a:spcPct val="100000"/>
              </a:lnSpc>
              <a:spcBef>
                <a:spcPts val="540"/>
              </a:spcBef>
              <a:spcAft>
                <a:spcPts val="0"/>
              </a:spcAft>
              <a:buSzPts val="2160"/>
              <a:buNone/>
              <a:defRPr sz="2700">
                <a:solidFill>
                  <a:schemeClr val="lt1"/>
                </a:solidFill>
              </a:defRPr>
            </a:lvl2pPr>
            <a:lvl3pPr indent="-228600" lvl="2" marL="1371600" algn="l">
              <a:lnSpc>
                <a:spcPct val="100000"/>
              </a:lnSpc>
              <a:spcBef>
                <a:spcPts val="480"/>
              </a:spcBef>
              <a:spcAft>
                <a:spcPts val="0"/>
              </a:spcAft>
              <a:buSzPts val="1440"/>
              <a:buNone/>
              <a:defRPr sz="2400">
                <a:solidFill>
                  <a:schemeClr val="lt1"/>
                </a:solidFill>
              </a:defRPr>
            </a:lvl3pPr>
            <a:lvl4pPr indent="-228600" lvl="3" marL="1828800" algn="l">
              <a:lnSpc>
                <a:spcPct val="100000"/>
              </a:lnSpc>
              <a:spcBef>
                <a:spcPts val="420"/>
              </a:spcBef>
              <a:spcAft>
                <a:spcPts val="0"/>
              </a:spcAft>
              <a:buSzPts val="1260"/>
              <a:buNone/>
              <a:defRPr sz="2100">
                <a:solidFill>
                  <a:schemeClr val="lt1"/>
                </a:solidFill>
              </a:defRPr>
            </a:lvl4pPr>
            <a:lvl5pPr indent="-228600" lvl="4" marL="2286000" algn="l">
              <a:lnSpc>
                <a:spcPct val="100000"/>
              </a:lnSpc>
              <a:spcBef>
                <a:spcPts val="420"/>
              </a:spcBef>
              <a:spcAft>
                <a:spcPts val="0"/>
              </a:spcAft>
              <a:buSzPts val="1428"/>
              <a:buNone/>
              <a:defRPr sz="2100">
                <a:solidFill>
                  <a:schemeClr val="lt1"/>
                </a:solidFill>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0" name="Google Shape;50;p12"/>
          <p:cNvSpPr txBox="1"/>
          <p:nvPr>
            <p:ph idx="10" type="dt"/>
          </p:nvPr>
        </p:nvSpPr>
        <p:spPr>
          <a:xfrm rot="5400000">
            <a:off x="16098313" y="1660048"/>
            <a:ext cx="3428400" cy="762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2"/>
          <p:cNvSpPr txBox="1"/>
          <p:nvPr>
            <p:ph idx="11" type="ftr"/>
          </p:nvPr>
        </p:nvSpPr>
        <p:spPr>
          <a:xfrm rot="5400000">
            <a:off x="15069809" y="6171210"/>
            <a:ext cx="5485500" cy="768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p:nvPr/>
        </p:nvSpPr>
        <p:spPr>
          <a:xfrm>
            <a:off x="762000" y="0"/>
            <a:ext cx="1219200" cy="10285500"/>
          </a:xfrm>
          <a:prstGeom prst="rect">
            <a:avLst/>
          </a:prstGeom>
          <a:solidFill>
            <a:srgbClr val="FEC2AC">
              <a:alpha val="5294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53" name="Google Shape;53;p12"/>
          <p:cNvSpPr/>
          <p:nvPr/>
        </p:nvSpPr>
        <p:spPr>
          <a:xfrm>
            <a:off x="552672" y="0"/>
            <a:ext cx="209400" cy="10285500"/>
          </a:xfrm>
          <a:prstGeom prst="rect">
            <a:avLst/>
          </a:prstGeom>
          <a:solidFill>
            <a:srgbClr val="FFD8CC">
              <a:alpha val="3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54" name="Google Shape;54;p12"/>
          <p:cNvSpPr/>
          <p:nvPr/>
        </p:nvSpPr>
        <p:spPr>
          <a:xfrm>
            <a:off x="1981200" y="0"/>
            <a:ext cx="363600" cy="10285500"/>
          </a:xfrm>
          <a:prstGeom prst="rect">
            <a:avLst/>
          </a:prstGeom>
          <a:solidFill>
            <a:srgbClr val="FFD8CC">
              <a:alpha val="6862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55" name="Google Shape;55;p12"/>
          <p:cNvSpPr/>
          <p:nvPr/>
        </p:nvSpPr>
        <p:spPr>
          <a:xfrm>
            <a:off x="2282640" y="0"/>
            <a:ext cx="460500" cy="10285500"/>
          </a:xfrm>
          <a:prstGeom prst="rect">
            <a:avLst/>
          </a:prstGeom>
          <a:solidFill>
            <a:srgbClr val="FFEDE7">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cxnSp>
        <p:nvCxnSpPr>
          <p:cNvPr id="56" name="Google Shape;56;p12"/>
          <p:cNvCxnSpPr/>
          <p:nvPr/>
        </p:nvCxnSpPr>
        <p:spPr>
          <a:xfrm>
            <a:off x="212688" y="0"/>
            <a:ext cx="0" cy="10285500"/>
          </a:xfrm>
          <a:prstGeom prst="straightConnector1">
            <a:avLst/>
          </a:prstGeom>
          <a:noFill/>
          <a:ln cap="flat" cmpd="sng" w="57150">
            <a:solidFill>
              <a:srgbClr val="FEC2AC">
                <a:alpha val="71764"/>
              </a:srgbClr>
            </a:solidFill>
            <a:prstDash val="solid"/>
            <a:round/>
            <a:headEnd len="sm" w="sm" type="none"/>
            <a:tailEnd len="sm" w="sm" type="none"/>
          </a:ln>
        </p:spPr>
      </p:cxnSp>
      <p:cxnSp>
        <p:nvCxnSpPr>
          <p:cNvPr id="57" name="Google Shape;57;p12"/>
          <p:cNvCxnSpPr/>
          <p:nvPr/>
        </p:nvCxnSpPr>
        <p:spPr>
          <a:xfrm>
            <a:off x="1828800" y="0"/>
            <a:ext cx="0" cy="10285500"/>
          </a:xfrm>
          <a:prstGeom prst="straightConnector1">
            <a:avLst/>
          </a:prstGeom>
          <a:noFill/>
          <a:ln cap="flat" cmpd="sng" w="57150">
            <a:solidFill>
              <a:srgbClr val="FFEDE7">
                <a:alpha val="81960"/>
              </a:srgbClr>
            </a:solidFill>
            <a:prstDash val="solid"/>
            <a:round/>
            <a:headEnd len="sm" w="sm" type="none"/>
            <a:tailEnd len="sm" w="sm" type="none"/>
          </a:ln>
        </p:spPr>
      </p:cxnSp>
      <p:cxnSp>
        <p:nvCxnSpPr>
          <p:cNvPr id="58" name="Google Shape;58;p12"/>
          <p:cNvCxnSpPr/>
          <p:nvPr/>
        </p:nvCxnSpPr>
        <p:spPr>
          <a:xfrm>
            <a:off x="1708224" y="0"/>
            <a:ext cx="0" cy="10285500"/>
          </a:xfrm>
          <a:prstGeom prst="straightConnector1">
            <a:avLst/>
          </a:prstGeom>
          <a:noFill/>
          <a:ln cap="flat" cmpd="sng" w="57150">
            <a:solidFill>
              <a:srgbClr val="FEC2AC"/>
            </a:solidFill>
            <a:prstDash val="solid"/>
            <a:round/>
            <a:headEnd len="sm" w="sm" type="none"/>
            <a:tailEnd len="sm" w="sm" type="none"/>
          </a:ln>
        </p:spPr>
      </p:cxnSp>
      <p:cxnSp>
        <p:nvCxnSpPr>
          <p:cNvPr id="59" name="Google Shape;59;p12"/>
          <p:cNvCxnSpPr/>
          <p:nvPr/>
        </p:nvCxnSpPr>
        <p:spPr>
          <a:xfrm>
            <a:off x="3453280" y="0"/>
            <a:ext cx="0" cy="10285500"/>
          </a:xfrm>
          <a:prstGeom prst="straightConnector1">
            <a:avLst/>
          </a:prstGeom>
          <a:noFill/>
          <a:ln cap="flat" cmpd="sng" w="28575">
            <a:solidFill>
              <a:srgbClr val="FEC2AC">
                <a:alpha val="80784"/>
              </a:srgbClr>
            </a:solidFill>
            <a:prstDash val="solid"/>
            <a:round/>
            <a:headEnd len="sm" w="sm" type="none"/>
            <a:tailEnd len="sm" w="sm" type="none"/>
          </a:ln>
        </p:spPr>
      </p:cxnSp>
      <p:cxnSp>
        <p:nvCxnSpPr>
          <p:cNvPr id="60" name="Google Shape;60;p12"/>
          <p:cNvCxnSpPr/>
          <p:nvPr/>
        </p:nvCxnSpPr>
        <p:spPr>
          <a:xfrm>
            <a:off x="2133600" y="0"/>
            <a:ext cx="0" cy="10285500"/>
          </a:xfrm>
          <a:prstGeom prst="straightConnector1">
            <a:avLst/>
          </a:prstGeom>
          <a:noFill/>
          <a:ln cap="flat" cmpd="sng" w="9525">
            <a:solidFill>
              <a:srgbClr val="FEC2AC"/>
            </a:solidFill>
            <a:prstDash val="solid"/>
            <a:round/>
            <a:headEnd len="sm" w="sm" type="none"/>
            <a:tailEnd len="sm" w="sm" type="none"/>
          </a:ln>
        </p:spPr>
      </p:cxnSp>
      <p:sp>
        <p:nvSpPr>
          <p:cNvPr id="61" name="Google Shape;61;p12"/>
          <p:cNvSpPr/>
          <p:nvPr/>
        </p:nvSpPr>
        <p:spPr>
          <a:xfrm>
            <a:off x="2438400" y="0"/>
            <a:ext cx="152400" cy="10285500"/>
          </a:xfrm>
          <a:prstGeom prst="rect">
            <a:avLst/>
          </a:prstGeom>
          <a:solidFill>
            <a:srgbClr val="FEC2AC">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62" name="Google Shape;62;p12"/>
          <p:cNvSpPr/>
          <p:nvPr/>
        </p:nvSpPr>
        <p:spPr>
          <a:xfrm>
            <a:off x="1219200" y="5142707"/>
            <a:ext cx="2590800" cy="19428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63" name="Google Shape;63;p12"/>
          <p:cNvSpPr/>
          <p:nvPr/>
        </p:nvSpPr>
        <p:spPr>
          <a:xfrm>
            <a:off x="2649408" y="7299002"/>
            <a:ext cx="1282800" cy="9621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64" name="Google Shape;64;p12"/>
          <p:cNvSpPr/>
          <p:nvPr/>
        </p:nvSpPr>
        <p:spPr>
          <a:xfrm>
            <a:off x="2182160" y="8249675"/>
            <a:ext cx="274200" cy="2058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65" name="Google Shape;65;p12"/>
          <p:cNvSpPr/>
          <p:nvPr/>
        </p:nvSpPr>
        <p:spPr>
          <a:xfrm>
            <a:off x="3328416" y="8685460"/>
            <a:ext cx="548700" cy="4113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66" name="Google Shape;66;p12"/>
          <p:cNvSpPr/>
          <p:nvPr/>
        </p:nvSpPr>
        <p:spPr>
          <a:xfrm>
            <a:off x="3758080" y="6718795"/>
            <a:ext cx="731400" cy="548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cxnSp>
        <p:nvCxnSpPr>
          <p:cNvPr id="67" name="Google Shape;67;p12"/>
          <p:cNvCxnSpPr/>
          <p:nvPr/>
        </p:nvCxnSpPr>
        <p:spPr>
          <a:xfrm>
            <a:off x="18195888" y="0"/>
            <a:ext cx="0" cy="10285500"/>
          </a:xfrm>
          <a:prstGeom prst="straightConnector1">
            <a:avLst/>
          </a:prstGeom>
          <a:noFill/>
          <a:ln cap="flat" cmpd="thickThin" w="57150">
            <a:solidFill>
              <a:srgbClr val="FEC2AC"/>
            </a:solidFill>
            <a:prstDash val="solid"/>
            <a:round/>
            <a:headEnd len="sm" w="sm" type="none"/>
            <a:tailEnd len="sm" w="sm" type="none"/>
          </a:ln>
        </p:spPr>
      </p:cxnSp>
      <p:sp>
        <p:nvSpPr>
          <p:cNvPr id="68" name="Google Shape;68;p12"/>
          <p:cNvSpPr txBox="1"/>
          <p:nvPr>
            <p:ph idx="12" type="sldNum"/>
          </p:nvPr>
        </p:nvSpPr>
        <p:spPr>
          <a:xfrm>
            <a:off x="2681232" y="7391913"/>
            <a:ext cx="1219200" cy="7761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69" name="Shape 69"/>
        <p:cNvGrpSpPr/>
        <p:nvPr/>
      </p:nvGrpSpPr>
      <p:grpSpPr>
        <a:xfrm>
          <a:off x="0" y="0"/>
          <a:ext cx="0" cy="0"/>
          <a:chOff x="0" y="0"/>
          <a:chExt cx="0" cy="0"/>
        </a:xfrm>
      </p:grpSpPr>
      <p:sp>
        <p:nvSpPr>
          <p:cNvPr id="70" name="Google Shape;70;p13"/>
          <p:cNvSpPr txBox="1"/>
          <p:nvPr>
            <p:ph type="title"/>
          </p:nvPr>
        </p:nvSpPr>
        <p:spPr>
          <a:xfrm>
            <a:off x="914400" y="1099993"/>
            <a:ext cx="14935201" cy="1026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3"/>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3"/>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3"/>
          <p:cNvSpPr txBox="1"/>
          <p:nvPr>
            <p:ph idx="12" type="sldNum"/>
          </p:nvPr>
        </p:nvSpPr>
        <p:spPr>
          <a:xfrm>
            <a:off x="16258031" y="8599748"/>
            <a:ext cx="1219200" cy="7818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sp>
        <p:nvSpPr>
          <p:cNvPr id="74" name="Google Shape;74;p13"/>
          <p:cNvSpPr txBox="1"/>
          <p:nvPr>
            <p:ph idx="1" type="body"/>
          </p:nvPr>
        </p:nvSpPr>
        <p:spPr>
          <a:xfrm>
            <a:off x="914400" y="2399930"/>
            <a:ext cx="7315200" cy="68568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900"/>
              </a:spcBef>
              <a:spcAft>
                <a:spcPts val="0"/>
              </a:spcAft>
              <a:buSzPts val="1260"/>
              <a:buChar char="?"/>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5" name="Google Shape;75;p13"/>
          <p:cNvSpPr txBox="1"/>
          <p:nvPr>
            <p:ph idx="2" type="body"/>
          </p:nvPr>
        </p:nvSpPr>
        <p:spPr>
          <a:xfrm>
            <a:off x="8540496" y="2399930"/>
            <a:ext cx="7315200" cy="68568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900"/>
              </a:spcBef>
              <a:spcAft>
                <a:spcPts val="0"/>
              </a:spcAft>
              <a:buSzPts val="1260"/>
              <a:buChar char="?"/>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pic>
        <p:nvPicPr>
          <p:cNvPr descr="UDLA-Universidad de Las Américas" id="76" name="Google Shape;76;p13"/>
          <p:cNvPicPr preferRelativeResize="0"/>
          <p:nvPr/>
        </p:nvPicPr>
        <p:blipFill rotWithShape="1">
          <a:blip r:embed="rId2">
            <a:alphaModFix/>
          </a:blip>
          <a:srcRect b="0" l="0" r="0" t="0"/>
          <a:stretch/>
        </p:blipFill>
        <p:spPr>
          <a:xfrm>
            <a:off x="575048" y="394381"/>
            <a:ext cx="2664296" cy="70561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77" name="Shape 77"/>
        <p:cNvGrpSpPr/>
        <p:nvPr/>
      </p:nvGrpSpPr>
      <p:grpSpPr>
        <a:xfrm>
          <a:off x="0" y="0"/>
          <a:ext cx="0" cy="0"/>
          <a:chOff x="0" y="0"/>
          <a:chExt cx="0" cy="0"/>
        </a:xfrm>
      </p:grpSpPr>
      <p:sp>
        <p:nvSpPr>
          <p:cNvPr id="78" name="Google Shape;78;p14"/>
          <p:cNvSpPr txBox="1"/>
          <p:nvPr>
            <p:ph type="title"/>
          </p:nvPr>
        </p:nvSpPr>
        <p:spPr>
          <a:xfrm>
            <a:off x="914400" y="894234"/>
            <a:ext cx="15087600" cy="1229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4499"/>
              <a:buFont typeface="Century Schoolboo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4"/>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4"/>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4"/>
          <p:cNvSpPr txBox="1"/>
          <p:nvPr>
            <p:ph idx="12" type="sldNum"/>
          </p:nvPr>
        </p:nvSpPr>
        <p:spPr>
          <a:xfrm>
            <a:off x="16258031" y="8599748"/>
            <a:ext cx="1219200" cy="7818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sp>
        <p:nvSpPr>
          <p:cNvPr id="82" name="Google Shape;82;p14"/>
          <p:cNvSpPr txBox="1"/>
          <p:nvPr>
            <p:ph idx="1" type="body"/>
          </p:nvPr>
        </p:nvSpPr>
        <p:spPr>
          <a:xfrm>
            <a:off x="914400" y="3542753"/>
            <a:ext cx="7315200" cy="58284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900"/>
              </a:spcBef>
              <a:spcAft>
                <a:spcPts val="0"/>
              </a:spcAft>
              <a:buSzPts val="1260"/>
              <a:buChar char="?"/>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3" name="Google Shape;83;p14"/>
          <p:cNvSpPr txBox="1"/>
          <p:nvPr>
            <p:ph idx="2" type="body"/>
          </p:nvPr>
        </p:nvSpPr>
        <p:spPr>
          <a:xfrm>
            <a:off x="8743950" y="3542753"/>
            <a:ext cx="7315200" cy="58284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900"/>
              </a:spcBef>
              <a:spcAft>
                <a:spcPts val="0"/>
              </a:spcAft>
              <a:buSzPts val="1260"/>
              <a:buChar char="?"/>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4" name="Google Shape;84;p14"/>
          <p:cNvSpPr/>
          <p:nvPr>
            <p:ph idx="3" type="body"/>
          </p:nvPr>
        </p:nvSpPr>
        <p:spPr>
          <a:xfrm>
            <a:off x="914400" y="2354217"/>
            <a:ext cx="7315200" cy="98730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900"/>
              </a:spcBef>
              <a:spcAft>
                <a:spcPts val="0"/>
              </a:spcAft>
              <a:buSzPts val="2100"/>
              <a:buFont typeface="Century Schoolbook"/>
              <a:buNone/>
              <a:defRPr b="1" sz="3000">
                <a:solidFill>
                  <a:srgbClr val="FFFFFF"/>
                </a:solidFill>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5" name="Google Shape;85;p14"/>
          <p:cNvSpPr/>
          <p:nvPr>
            <p:ph idx="4" type="body"/>
          </p:nvPr>
        </p:nvSpPr>
        <p:spPr>
          <a:xfrm>
            <a:off x="8686800" y="2354217"/>
            <a:ext cx="7315200" cy="98730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900"/>
              </a:spcBef>
              <a:spcAft>
                <a:spcPts val="0"/>
              </a:spcAft>
              <a:buSzPts val="2100"/>
              <a:buFont typeface="Century Schoolbook"/>
              <a:buNone/>
              <a:defRPr b="1" sz="3000">
                <a:solidFill>
                  <a:srgbClr val="FFFFFF"/>
                </a:solidFill>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pic>
        <p:nvPicPr>
          <p:cNvPr descr="UDLA-Universidad de Las Américas" id="86" name="Google Shape;86;p14"/>
          <p:cNvPicPr preferRelativeResize="0"/>
          <p:nvPr/>
        </p:nvPicPr>
        <p:blipFill rotWithShape="1">
          <a:blip r:embed="rId2">
            <a:alphaModFix/>
          </a:blip>
          <a:srcRect b="0" l="0" r="0" t="0"/>
          <a:stretch/>
        </p:blipFill>
        <p:spPr>
          <a:xfrm>
            <a:off x="575048" y="394381"/>
            <a:ext cx="2664296" cy="70561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87" name="Shape 87"/>
        <p:cNvGrpSpPr/>
        <p:nvPr/>
      </p:nvGrpSpPr>
      <p:grpSpPr>
        <a:xfrm>
          <a:off x="0" y="0"/>
          <a:ext cx="0" cy="0"/>
          <a:chOff x="0" y="0"/>
          <a:chExt cx="0" cy="0"/>
        </a:xfrm>
      </p:grpSpPr>
      <p:sp>
        <p:nvSpPr>
          <p:cNvPr id="88" name="Google Shape;88;p15"/>
          <p:cNvSpPr txBox="1"/>
          <p:nvPr>
            <p:ph type="title"/>
          </p:nvPr>
        </p:nvSpPr>
        <p:spPr>
          <a:xfrm>
            <a:off x="863080" y="1099992"/>
            <a:ext cx="14935201" cy="1050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5"/>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5"/>
          <p:cNvSpPr txBox="1"/>
          <p:nvPr>
            <p:ph idx="12" type="sldNum"/>
          </p:nvPr>
        </p:nvSpPr>
        <p:spPr>
          <a:xfrm>
            <a:off x="16258031" y="8599748"/>
            <a:ext cx="1219200" cy="7818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sp>
        <p:nvSpPr>
          <p:cNvPr id="91" name="Google Shape;91;p15"/>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UDLA-Universidad de Las Américas" id="92" name="Google Shape;92;p15"/>
          <p:cNvPicPr preferRelativeResize="0"/>
          <p:nvPr/>
        </p:nvPicPr>
        <p:blipFill rotWithShape="1">
          <a:blip r:embed="rId2">
            <a:alphaModFix/>
          </a:blip>
          <a:srcRect b="0" l="0" r="0" t="0"/>
          <a:stretch/>
        </p:blipFill>
        <p:spPr>
          <a:xfrm>
            <a:off x="575048" y="394381"/>
            <a:ext cx="2664296" cy="70561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93" name="Shape 93"/>
        <p:cNvGrpSpPr/>
        <p:nvPr/>
      </p:nvGrpSpPr>
      <p:grpSpPr>
        <a:xfrm>
          <a:off x="0" y="0"/>
          <a:ext cx="0" cy="0"/>
          <a:chOff x="0" y="0"/>
          <a:chExt cx="0" cy="0"/>
        </a:xfrm>
      </p:grpSpPr>
      <p:sp>
        <p:nvSpPr>
          <p:cNvPr id="94" name="Google Shape;94;p16"/>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6"/>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6"/>
          <p:cNvSpPr txBox="1"/>
          <p:nvPr>
            <p:ph idx="12" type="sldNum"/>
          </p:nvPr>
        </p:nvSpPr>
        <p:spPr>
          <a:xfrm>
            <a:off x="16258031" y="8599090"/>
            <a:ext cx="1219200" cy="7818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pic>
        <p:nvPicPr>
          <p:cNvPr descr="UDLA-Universidad de Las Américas" id="97" name="Google Shape;97;p16"/>
          <p:cNvPicPr preferRelativeResize="0"/>
          <p:nvPr/>
        </p:nvPicPr>
        <p:blipFill rotWithShape="1">
          <a:blip r:embed="rId2">
            <a:alphaModFix/>
          </a:blip>
          <a:srcRect b="0" l="0" r="0" t="0"/>
          <a:stretch/>
        </p:blipFill>
        <p:spPr>
          <a:xfrm>
            <a:off x="575048" y="394381"/>
            <a:ext cx="2664296" cy="70561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bg>
      <p:bgPr>
        <a:solidFill>
          <a:schemeClr val="lt1"/>
        </a:solidFill>
      </p:bgPr>
    </p:bg>
    <p:spTree>
      <p:nvGrpSpPr>
        <p:cNvPr id="98" name="Shape 98"/>
        <p:cNvGrpSpPr/>
        <p:nvPr/>
      </p:nvGrpSpPr>
      <p:grpSpPr>
        <a:xfrm>
          <a:off x="0" y="0"/>
          <a:ext cx="0" cy="0"/>
          <a:chOff x="0" y="0"/>
          <a:chExt cx="0" cy="0"/>
        </a:xfrm>
      </p:grpSpPr>
      <p:cxnSp>
        <p:nvCxnSpPr>
          <p:cNvPr id="99" name="Google Shape;99;p17"/>
          <p:cNvCxnSpPr/>
          <p:nvPr/>
        </p:nvCxnSpPr>
        <p:spPr>
          <a:xfrm>
            <a:off x="17526000" y="0"/>
            <a:ext cx="0" cy="10285500"/>
          </a:xfrm>
          <a:prstGeom prst="straightConnector1">
            <a:avLst/>
          </a:prstGeom>
          <a:noFill/>
          <a:ln cap="flat" cmpd="sng" w="38100">
            <a:solidFill>
              <a:srgbClr val="FEC2AC">
                <a:alpha val="91764"/>
              </a:srgbClr>
            </a:solidFill>
            <a:prstDash val="solid"/>
            <a:round/>
            <a:headEnd len="sm" w="sm" type="none"/>
            <a:tailEnd len="sm" w="sm" type="none"/>
          </a:ln>
        </p:spPr>
      </p:cxnSp>
      <p:sp>
        <p:nvSpPr>
          <p:cNvPr id="100" name="Google Shape;100;p17"/>
          <p:cNvSpPr txBox="1"/>
          <p:nvPr>
            <p:ph type="title"/>
          </p:nvPr>
        </p:nvSpPr>
        <p:spPr>
          <a:xfrm rot="5400000">
            <a:off x="8321759" y="4685517"/>
            <a:ext cx="9462600" cy="914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3000"/>
              <a:buFont typeface="Century Schoolbook"/>
              <a:buNone/>
              <a:defRPr b="1" sz="3000" cap="small"/>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7"/>
          <p:cNvSpPr txBox="1"/>
          <p:nvPr>
            <p:ph idx="1" type="body"/>
          </p:nvPr>
        </p:nvSpPr>
        <p:spPr>
          <a:xfrm>
            <a:off x="13624559" y="411416"/>
            <a:ext cx="3054000" cy="74742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600"/>
              </a:spcBef>
              <a:spcAft>
                <a:spcPts val="0"/>
              </a:spcAft>
              <a:buSzPts val="1260"/>
              <a:buNone/>
              <a:defRPr sz="1800"/>
            </a:lvl1pPr>
            <a:lvl2pPr indent="-228600" lvl="1" marL="914400" algn="l">
              <a:lnSpc>
                <a:spcPct val="100000"/>
              </a:lnSpc>
              <a:spcBef>
                <a:spcPts val="1500"/>
              </a:spcBef>
              <a:spcAft>
                <a:spcPts val="0"/>
              </a:spcAft>
              <a:buSzPts val="1440"/>
              <a:buNone/>
              <a:defRPr sz="1800"/>
            </a:lvl2pPr>
            <a:lvl3pPr indent="-228600" lvl="2" marL="1371600" algn="l">
              <a:lnSpc>
                <a:spcPct val="100000"/>
              </a:lnSpc>
              <a:spcBef>
                <a:spcPts val="300"/>
              </a:spcBef>
              <a:spcAft>
                <a:spcPts val="0"/>
              </a:spcAft>
              <a:buSzPts val="900"/>
              <a:buNone/>
              <a:defRPr sz="1500"/>
            </a:lvl3pPr>
            <a:lvl4pPr indent="-228600" lvl="3" marL="1828800" algn="l">
              <a:lnSpc>
                <a:spcPct val="100000"/>
              </a:lnSpc>
              <a:spcBef>
                <a:spcPts val="270"/>
              </a:spcBef>
              <a:spcAft>
                <a:spcPts val="0"/>
              </a:spcAft>
              <a:buSzPts val="810"/>
              <a:buNone/>
              <a:defRPr sz="1350"/>
            </a:lvl4pPr>
            <a:lvl5pPr indent="-228600" lvl="4" marL="2286000" algn="l">
              <a:lnSpc>
                <a:spcPct val="100000"/>
              </a:lnSpc>
              <a:spcBef>
                <a:spcPts val="270"/>
              </a:spcBef>
              <a:spcAft>
                <a:spcPts val="0"/>
              </a:spcAft>
              <a:buSzPts val="918"/>
              <a:buNone/>
              <a:defRPr sz="1350"/>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cxnSp>
        <p:nvCxnSpPr>
          <p:cNvPr id="102" name="Google Shape;102;p17"/>
          <p:cNvCxnSpPr/>
          <p:nvPr/>
        </p:nvCxnSpPr>
        <p:spPr>
          <a:xfrm>
            <a:off x="12496800" y="0"/>
            <a:ext cx="0" cy="10285500"/>
          </a:xfrm>
          <a:prstGeom prst="straightConnector1">
            <a:avLst/>
          </a:prstGeom>
          <a:noFill/>
          <a:ln cap="flat" cmpd="sng" w="38100">
            <a:solidFill>
              <a:srgbClr val="FEC2AC"/>
            </a:solidFill>
            <a:prstDash val="solid"/>
            <a:round/>
            <a:headEnd len="sm" w="sm" type="none"/>
            <a:tailEnd len="sm" w="sm" type="none"/>
          </a:ln>
        </p:spPr>
      </p:cxnSp>
      <p:cxnSp>
        <p:nvCxnSpPr>
          <p:cNvPr id="103" name="Google Shape;103;p17"/>
          <p:cNvCxnSpPr/>
          <p:nvPr/>
        </p:nvCxnSpPr>
        <p:spPr>
          <a:xfrm>
            <a:off x="12384592" y="0"/>
            <a:ext cx="0" cy="10285500"/>
          </a:xfrm>
          <a:prstGeom prst="straightConnector1">
            <a:avLst/>
          </a:prstGeom>
          <a:noFill/>
          <a:ln cap="flat" cmpd="sng" w="12700">
            <a:solidFill>
              <a:schemeClr val="accent1"/>
            </a:solidFill>
            <a:prstDash val="solid"/>
            <a:round/>
            <a:headEnd len="sm" w="sm" type="none"/>
            <a:tailEnd len="sm" w="sm" type="none"/>
          </a:ln>
        </p:spPr>
      </p:cxnSp>
      <p:cxnSp>
        <p:nvCxnSpPr>
          <p:cNvPr id="104" name="Google Shape;104;p17"/>
          <p:cNvCxnSpPr/>
          <p:nvPr/>
        </p:nvCxnSpPr>
        <p:spPr>
          <a:xfrm>
            <a:off x="17983200" y="0"/>
            <a:ext cx="0" cy="10285500"/>
          </a:xfrm>
          <a:prstGeom prst="straightConnector1">
            <a:avLst/>
          </a:prstGeom>
          <a:noFill/>
          <a:ln cap="flat" cmpd="sng" w="19050">
            <a:solidFill>
              <a:schemeClr val="accent1"/>
            </a:solidFill>
            <a:prstDash val="solid"/>
            <a:round/>
            <a:headEnd len="sm" w="sm" type="none"/>
            <a:tailEnd len="sm" w="sm" type="none"/>
          </a:ln>
        </p:spPr>
      </p:cxnSp>
      <p:sp>
        <p:nvSpPr>
          <p:cNvPr id="105" name="Google Shape;105;p17"/>
          <p:cNvSpPr/>
          <p:nvPr/>
        </p:nvSpPr>
        <p:spPr>
          <a:xfrm>
            <a:off x="17678400" y="0"/>
            <a:ext cx="609600" cy="10285500"/>
          </a:xfrm>
          <a:prstGeom prst="rect">
            <a:avLst/>
          </a:prstGeom>
          <a:solidFill>
            <a:srgbClr val="FEC2AC">
              <a:alpha val="8588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cxnSp>
        <p:nvCxnSpPr>
          <p:cNvPr id="106" name="Google Shape;106;p17"/>
          <p:cNvCxnSpPr/>
          <p:nvPr/>
        </p:nvCxnSpPr>
        <p:spPr>
          <a:xfrm>
            <a:off x="17830800" y="0"/>
            <a:ext cx="0" cy="10285500"/>
          </a:xfrm>
          <a:prstGeom prst="straightConnector1">
            <a:avLst/>
          </a:prstGeom>
          <a:noFill/>
          <a:ln cap="flat" cmpd="sng" w="9525">
            <a:solidFill>
              <a:schemeClr val="accent1"/>
            </a:solidFill>
            <a:prstDash val="solid"/>
            <a:round/>
            <a:headEnd len="sm" w="sm" type="none"/>
            <a:tailEnd len="sm" w="sm" type="none"/>
          </a:ln>
        </p:spPr>
      </p:cxnSp>
      <p:sp>
        <p:nvSpPr>
          <p:cNvPr id="107" name="Google Shape;107;p17"/>
          <p:cNvSpPr/>
          <p:nvPr/>
        </p:nvSpPr>
        <p:spPr>
          <a:xfrm>
            <a:off x="16312895" y="8571178"/>
            <a:ext cx="1097400" cy="8229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108" name="Google Shape;108;p17"/>
          <p:cNvSpPr txBox="1"/>
          <p:nvPr>
            <p:ph idx="2" type="body"/>
          </p:nvPr>
        </p:nvSpPr>
        <p:spPr>
          <a:xfrm>
            <a:off x="609600" y="411416"/>
            <a:ext cx="11277600" cy="94899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900"/>
              </a:spcBef>
              <a:spcAft>
                <a:spcPts val="0"/>
              </a:spcAft>
              <a:buSzPts val="1260"/>
              <a:buChar char="?"/>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09" name="Google Shape;109;p17"/>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7"/>
          <p:cNvSpPr txBox="1"/>
          <p:nvPr>
            <p:ph idx="12" type="sldNum"/>
          </p:nvPr>
        </p:nvSpPr>
        <p:spPr>
          <a:xfrm>
            <a:off x="16258031" y="8599748"/>
            <a:ext cx="1219200" cy="7818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sp>
        <p:nvSpPr>
          <p:cNvPr id="111" name="Google Shape;111;p17"/>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112" name="Shape 112"/>
        <p:cNvGrpSpPr/>
        <p:nvPr/>
      </p:nvGrpSpPr>
      <p:grpSpPr>
        <a:xfrm>
          <a:off x="0" y="0"/>
          <a:ext cx="0" cy="0"/>
          <a:chOff x="0" y="0"/>
          <a:chExt cx="0" cy="0"/>
        </a:xfrm>
      </p:grpSpPr>
      <p:cxnSp>
        <p:nvCxnSpPr>
          <p:cNvPr id="113" name="Google Shape;113;p18"/>
          <p:cNvCxnSpPr/>
          <p:nvPr/>
        </p:nvCxnSpPr>
        <p:spPr>
          <a:xfrm>
            <a:off x="17526000" y="0"/>
            <a:ext cx="0" cy="10285500"/>
          </a:xfrm>
          <a:prstGeom prst="straightConnector1">
            <a:avLst/>
          </a:prstGeom>
          <a:noFill/>
          <a:ln cap="flat" cmpd="sng" w="38100">
            <a:solidFill>
              <a:srgbClr val="FEC2AC"/>
            </a:solidFill>
            <a:prstDash val="solid"/>
            <a:round/>
            <a:headEnd len="sm" w="sm" type="none"/>
            <a:tailEnd len="sm" w="sm" type="none"/>
          </a:ln>
        </p:spPr>
      </p:cxnSp>
      <p:sp>
        <p:nvSpPr>
          <p:cNvPr id="114" name="Google Shape;114;p18"/>
          <p:cNvSpPr/>
          <p:nvPr/>
        </p:nvSpPr>
        <p:spPr>
          <a:xfrm>
            <a:off x="16312895" y="8571178"/>
            <a:ext cx="1097400" cy="8229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115" name="Google Shape;115;p18"/>
          <p:cNvSpPr txBox="1"/>
          <p:nvPr>
            <p:ph type="title"/>
          </p:nvPr>
        </p:nvSpPr>
        <p:spPr>
          <a:xfrm rot="5400000">
            <a:off x="8278326" y="4685517"/>
            <a:ext cx="9462600" cy="914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3000"/>
              <a:buFont typeface="Century Schoolbook"/>
              <a:buNone/>
              <a:defRPr b="1"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8"/>
          <p:cNvSpPr/>
          <p:nvPr>
            <p:ph idx="2" type="pic"/>
          </p:nvPr>
        </p:nvSpPr>
        <p:spPr>
          <a:xfrm>
            <a:off x="0" y="0"/>
            <a:ext cx="12344400" cy="10285500"/>
          </a:xfrm>
          <a:prstGeom prst="rect">
            <a:avLst/>
          </a:prstGeom>
          <a:solidFill>
            <a:schemeClr val="lt2"/>
          </a:solidFill>
          <a:ln>
            <a:noFill/>
          </a:ln>
        </p:spPr>
        <p:txBody>
          <a:bodyPr anchorCtr="0" anchor="t" bIns="45700" lIns="91425" spcFirstLastPara="1" rIns="91425" wrap="square" tIns="45700">
            <a:noAutofit/>
          </a:bodyPr>
          <a:lstStyle>
            <a:lvl1pPr lvl="0" marR="0" rtl="0" algn="l">
              <a:lnSpc>
                <a:spcPct val="100000"/>
              </a:lnSpc>
              <a:spcBef>
                <a:spcPts val="900"/>
              </a:spcBef>
              <a:spcAft>
                <a:spcPts val="0"/>
              </a:spcAft>
              <a:buClr>
                <a:schemeClr val="accent1"/>
              </a:buClr>
              <a:buSzPts val="3359"/>
              <a:buFont typeface="Noto Sans Symbols"/>
              <a:buNone/>
              <a:defRPr b="0" i="0" sz="4799" u="none" cap="none" strike="noStrike">
                <a:solidFill>
                  <a:schemeClr val="dk1"/>
                </a:solidFill>
                <a:latin typeface="Century Schoolbook"/>
                <a:ea typeface="Century Schoolbook"/>
                <a:cs typeface="Century Schoolbook"/>
                <a:sym typeface="Century Schoolbook"/>
              </a:defRPr>
            </a:lvl1pPr>
            <a:lvl2pPr lvl="1" marR="0" rtl="0" algn="l">
              <a:lnSpc>
                <a:spcPct val="100000"/>
              </a:lnSpc>
              <a:spcBef>
                <a:spcPts val="630"/>
              </a:spcBef>
              <a:spcAft>
                <a:spcPts val="0"/>
              </a:spcAft>
              <a:buClr>
                <a:schemeClr val="accent1"/>
              </a:buClr>
              <a:buSzPts val="2520"/>
              <a:buFont typeface="Noto Sans Symbols"/>
              <a:buChar char="⚫"/>
              <a:defRPr b="0" i="0" sz="3150" u="none" cap="none" strike="noStrike">
                <a:solidFill>
                  <a:schemeClr val="dk1"/>
                </a:solidFill>
                <a:latin typeface="Century Schoolbook"/>
                <a:ea typeface="Century Schoolbook"/>
                <a:cs typeface="Century Schoolbook"/>
                <a:sym typeface="Century Schoolbook"/>
              </a:defRPr>
            </a:lvl2pPr>
            <a:lvl3pPr lvl="2" marR="0" rtl="0" algn="l">
              <a:lnSpc>
                <a:spcPct val="100000"/>
              </a:lnSpc>
              <a:spcBef>
                <a:spcPts val="540"/>
              </a:spcBef>
              <a:spcAft>
                <a:spcPts val="0"/>
              </a:spcAft>
              <a:buClr>
                <a:srgbClr val="DE7530"/>
              </a:buClr>
              <a:buSzPts val="1620"/>
              <a:buFont typeface="Noto Sans Symbols"/>
              <a:buChar char="🞆"/>
              <a:defRPr b="0" i="0" sz="2700" u="none" cap="none" strike="noStrike">
                <a:solidFill>
                  <a:schemeClr val="dk1"/>
                </a:solidFill>
                <a:latin typeface="Century Schoolbook"/>
                <a:ea typeface="Century Schoolbook"/>
                <a:cs typeface="Century Schoolbook"/>
                <a:sym typeface="Century Schoolbook"/>
              </a:defRPr>
            </a:lvl3pPr>
            <a:lvl4pPr lvl="3" marR="0" rtl="0" algn="l">
              <a:lnSpc>
                <a:spcPct val="100000"/>
              </a:lnSpc>
              <a:spcBef>
                <a:spcPts val="540"/>
              </a:spcBef>
              <a:spcAft>
                <a:spcPts val="0"/>
              </a:spcAft>
              <a:buClr>
                <a:srgbClr val="FEC2AC"/>
              </a:buClr>
              <a:buSzPts val="1620"/>
              <a:buFont typeface="Noto Sans Symbols"/>
              <a:buChar char="🞆"/>
              <a:defRPr b="0" i="0" sz="2700" u="none" cap="none" strike="noStrike">
                <a:solidFill>
                  <a:schemeClr val="dk1"/>
                </a:solidFill>
                <a:latin typeface="Century Schoolbook"/>
                <a:ea typeface="Century Schoolbook"/>
                <a:cs typeface="Century Schoolbook"/>
                <a:sym typeface="Century Schoolbook"/>
              </a:defRPr>
            </a:lvl4pPr>
            <a:lvl5pPr lvl="4" marR="0" rtl="0" algn="l">
              <a:lnSpc>
                <a:spcPct val="100000"/>
              </a:lnSpc>
              <a:spcBef>
                <a:spcPts val="480"/>
              </a:spcBef>
              <a:spcAft>
                <a:spcPts val="0"/>
              </a:spcAft>
              <a:buClr>
                <a:srgbClr val="BBC9E9"/>
              </a:buClr>
              <a:buSzPts val="1632"/>
              <a:buFont typeface="Noto Sans Symbols"/>
              <a:buChar char="⚫"/>
              <a:defRPr b="0" i="0" sz="2400" u="none" cap="none" strike="noStrike">
                <a:solidFill>
                  <a:schemeClr val="dk1"/>
                </a:solidFill>
                <a:latin typeface="Century Schoolbook"/>
                <a:ea typeface="Century Schoolbook"/>
                <a:cs typeface="Century Schoolbook"/>
                <a:sym typeface="Century Schoolbook"/>
              </a:defRPr>
            </a:lvl5pPr>
            <a:lvl6pPr lvl="5" marR="0" rtl="0" algn="l">
              <a:lnSpc>
                <a:spcPct val="100000"/>
              </a:lnSpc>
              <a:spcBef>
                <a:spcPts val="480"/>
              </a:spcBef>
              <a:spcAft>
                <a:spcPts val="0"/>
              </a:spcAft>
              <a:buClr>
                <a:schemeClr val="accent1"/>
              </a:buClr>
              <a:buSzPts val="2400"/>
              <a:buFont typeface="Century Schoolbook"/>
              <a:buChar char="•"/>
              <a:defRPr b="0" i="0" sz="2400" u="none" cap="none" strike="noStrike">
                <a:solidFill>
                  <a:schemeClr val="dk2"/>
                </a:solidFill>
                <a:latin typeface="Century Schoolbook"/>
                <a:ea typeface="Century Schoolbook"/>
                <a:cs typeface="Century Schoolbook"/>
                <a:sym typeface="Century Schoolbook"/>
              </a:defRPr>
            </a:lvl6pPr>
            <a:lvl7pPr lvl="6" marR="0" rtl="0" algn="l">
              <a:lnSpc>
                <a:spcPct val="100000"/>
              </a:lnSpc>
              <a:spcBef>
                <a:spcPts val="420"/>
              </a:spcBef>
              <a:spcAft>
                <a:spcPts val="0"/>
              </a:spcAft>
              <a:buClr>
                <a:srgbClr val="FEC2AC"/>
              </a:buClr>
              <a:buSzPts val="1260"/>
              <a:buFont typeface="Noto Sans Symbols"/>
              <a:buChar char="⚪"/>
              <a:defRPr b="0" i="0" sz="2100" u="none" cap="none" strike="noStrike">
                <a:solidFill>
                  <a:schemeClr val="dk2"/>
                </a:solidFill>
                <a:latin typeface="Century Schoolbook"/>
                <a:ea typeface="Century Schoolbook"/>
                <a:cs typeface="Century Schoolbook"/>
                <a:sym typeface="Century Schoolbook"/>
              </a:defRPr>
            </a:lvl7pPr>
            <a:lvl8pPr lvl="7" marR="0" rtl="0" algn="l">
              <a:lnSpc>
                <a:spcPct val="100000"/>
              </a:lnSpc>
              <a:spcBef>
                <a:spcPts val="420"/>
              </a:spcBef>
              <a:spcAft>
                <a:spcPts val="0"/>
              </a:spcAft>
              <a:buClr>
                <a:schemeClr val="accent2"/>
              </a:buClr>
              <a:buSzPts val="2100"/>
              <a:buFont typeface="Century Schoolbook"/>
              <a:buChar char="•"/>
              <a:defRPr b="0" i="0" sz="2100" u="none" cap="small" strike="noStrike">
                <a:solidFill>
                  <a:schemeClr val="dk2"/>
                </a:solidFill>
                <a:latin typeface="Century Schoolbook"/>
                <a:ea typeface="Century Schoolbook"/>
                <a:cs typeface="Century Schoolbook"/>
                <a:sym typeface="Century Schoolbook"/>
              </a:defRPr>
            </a:lvl8pPr>
            <a:lvl9pPr lvl="8" marR="0" rtl="0" algn="l">
              <a:lnSpc>
                <a:spcPct val="100000"/>
              </a:lnSpc>
              <a:spcBef>
                <a:spcPts val="420"/>
              </a:spcBef>
              <a:spcAft>
                <a:spcPts val="0"/>
              </a:spcAft>
              <a:buClr>
                <a:srgbClr val="DE7530"/>
              </a:buClr>
              <a:buSzPts val="2100"/>
              <a:buFont typeface="Century Schoolbook"/>
              <a:buChar char="•"/>
              <a:defRPr b="0" i="0" sz="2100" u="none" cap="none" strike="noStrike">
                <a:solidFill>
                  <a:schemeClr val="dk2"/>
                </a:solidFill>
                <a:latin typeface="Century Schoolbook"/>
                <a:ea typeface="Century Schoolbook"/>
                <a:cs typeface="Century Schoolbook"/>
                <a:sym typeface="Century Schoolbook"/>
              </a:defRPr>
            </a:lvl9pPr>
          </a:lstStyle>
          <a:p/>
        </p:txBody>
      </p:sp>
      <p:sp>
        <p:nvSpPr>
          <p:cNvPr id="117" name="Google Shape;117;p18"/>
          <p:cNvSpPr txBox="1"/>
          <p:nvPr>
            <p:ph idx="1" type="body"/>
          </p:nvPr>
        </p:nvSpPr>
        <p:spPr>
          <a:xfrm>
            <a:off x="13531595" y="397131"/>
            <a:ext cx="3048000" cy="74328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50"/>
              </a:spcBef>
              <a:spcAft>
                <a:spcPts val="0"/>
              </a:spcAft>
              <a:buSzPts val="1260"/>
              <a:buFont typeface="Century Schoolbook"/>
              <a:buNone/>
              <a:defRPr sz="1800"/>
            </a:lvl1pPr>
            <a:lvl2pPr indent="-320040" lvl="1" marL="914400" algn="l">
              <a:lnSpc>
                <a:spcPct val="100000"/>
              </a:lnSpc>
              <a:spcBef>
                <a:spcPts val="600"/>
              </a:spcBef>
              <a:spcAft>
                <a:spcPts val="0"/>
              </a:spcAft>
              <a:buSzPts val="1440"/>
              <a:buChar char="⚫"/>
              <a:defRPr sz="1800"/>
            </a:lvl2pPr>
            <a:lvl3pPr indent="-285750" lvl="2" marL="1371600" algn="l">
              <a:lnSpc>
                <a:spcPct val="100000"/>
              </a:lnSpc>
              <a:spcBef>
                <a:spcPts val="300"/>
              </a:spcBef>
              <a:spcAft>
                <a:spcPts val="0"/>
              </a:spcAft>
              <a:buSzPts val="900"/>
              <a:buChar char="?"/>
              <a:defRPr sz="1500"/>
            </a:lvl3pPr>
            <a:lvl4pPr indent="-280035" lvl="3" marL="1828800" algn="l">
              <a:lnSpc>
                <a:spcPct val="100000"/>
              </a:lnSpc>
              <a:spcBef>
                <a:spcPts val="270"/>
              </a:spcBef>
              <a:spcAft>
                <a:spcPts val="0"/>
              </a:spcAft>
              <a:buSzPts val="810"/>
              <a:buChar char="?"/>
              <a:defRPr sz="1350"/>
            </a:lvl4pPr>
            <a:lvl5pPr indent="-286892" lvl="4" marL="2286000" algn="l">
              <a:lnSpc>
                <a:spcPct val="100000"/>
              </a:lnSpc>
              <a:spcBef>
                <a:spcPts val="270"/>
              </a:spcBef>
              <a:spcAft>
                <a:spcPts val="0"/>
              </a:spcAft>
              <a:buSzPts val="918"/>
              <a:buChar char="⚫"/>
              <a:defRPr sz="1350"/>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cxnSp>
        <p:nvCxnSpPr>
          <p:cNvPr id="118" name="Google Shape;118;p18"/>
          <p:cNvCxnSpPr/>
          <p:nvPr/>
        </p:nvCxnSpPr>
        <p:spPr>
          <a:xfrm>
            <a:off x="17983200" y="0"/>
            <a:ext cx="0" cy="10285500"/>
          </a:xfrm>
          <a:prstGeom prst="straightConnector1">
            <a:avLst/>
          </a:prstGeom>
          <a:noFill/>
          <a:ln cap="flat" cmpd="sng" w="9525">
            <a:solidFill>
              <a:schemeClr val="dk1"/>
            </a:solidFill>
            <a:prstDash val="solid"/>
            <a:round/>
            <a:headEnd len="sm" w="sm" type="none"/>
            <a:tailEnd len="sm" w="sm" type="none"/>
          </a:ln>
        </p:spPr>
      </p:cxnSp>
      <p:sp>
        <p:nvSpPr>
          <p:cNvPr id="119" name="Google Shape;119;p18"/>
          <p:cNvSpPr/>
          <p:nvPr/>
        </p:nvSpPr>
        <p:spPr>
          <a:xfrm>
            <a:off x="17678400" y="0"/>
            <a:ext cx="609600" cy="102855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cxnSp>
        <p:nvCxnSpPr>
          <p:cNvPr id="120" name="Google Shape;120;p18"/>
          <p:cNvCxnSpPr/>
          <p:nvPr/>
        </p:nvCxnSpPr>
        <p:spPr>
          <a:xfrm>
            <a:off x="17830800" y="0"/>
            <a:ext cx="0" cy="10285500"/>
          </a:xfrm>
          <a:prstGeom prst="straightConnector1">
            <a:avLst/>
          </a:prstGeom>
          <a:noFill/>
          <a:ln cap="flat" cmpd="sng" w="9525">
            <a:solidFill>
              <a:schemeClr val="accent1"/>
            </a:solidFill>
            <a:prstDash val="solid"/>
            <a:round/>
            <a:headEnd len="sm" w="sm" type="none"/>
            <a:tailEnd len="sm" w="sm" type="none"/>
          </a:ln>
        </p:spPr>
      </p:cxnSp>
      <p:cxnSp>
        <p:nvCxnSpPr>
          <p:cNvPr id="121" name="Google Shape;121;p18"/>
          <p:cNvCxnSpPr/>
          <p:nvPr/>
        </p:nvCxnSpPr>
        <p:spPr>
          <a:xfrm>
            <a:off x="12496800" y="0"/>
            <a:ext cx="0" cy="10285500"/>
          </a:xfrm>
          <a:prstGeom prst="straightConnector1">
            <a:avLst/>
          </a:prstGeom>
          <a:noFill/>
          <a:ln cap="flat" cmpd="sng" w="38100">
            <a:solidFill>
              <a:srgbClr val="FEC2AC"/>
            </a:solidFill>
            <a:prstDash val="solid"/>
            <a:round/>
            <a:headEnd len="sm" w="sm" type="none"/>
            <a:tailEnd len="sm" w="sm" type="none"/>
          </a:ln>
        </p:spPr>
      </p:cxnSp>
      <p:cxnSp>
        <p:nvCxnSpPr>
          <p:cNvPr id="122" name="Google Shape;122;p18"/>
          <p:cNvCxnSpPr/>
          <p:nvPr/>
        </p:nvCxnSpPr>
        <p:spPr>
          <a:xfrm>
            <a:off x="12384592" y="0"/>
            <a:ext cx="0" cy="10285500"/>
          </a:xfrm>
          <a:prstGeom prst="straightConnector1">
            <a:avLst/>
          </a:prstGeom>
          <a:noFill/>
          <a:ln cap="flat" cmpd="sng" w="12700">
            <a:solidFill>
              <a:schemeClr val="accent1"/>
            </a:solidFill>
            <a:prstDash val="solid"/>
            <a:round/>
            <a:headEnd len="sm" w="sm" type="none"/>
            <a:tailEnd len="sm" w="sm" type="none"/>
          </a:ln>
        </p:spPr>
      </p:cxnSp>
      <p:sp>
        <p:nvSpPr>
          <p:cNvPr id="123" name="Google Shape;123;p18"/>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8"/>
          <p:cNvSpPr txBox="1"/>
          <p:nvPr>
            <p:ph idx="12" type="sldNum"/>
          </p:nvPr>
        </p:nvSpPr>
        <p:spPr>
          <a:xfrm>
            <a:off x="16258031" y="8599748"/>
            <a:ext cx="1219200" cy="7818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sp>
        <p:nvSpPr>
          <p:cNvPr id="125" name="Google Shape;125;p18"/>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26" name="Shape 126"/>
        <p:cNvGrpSpPr/>
        <p:nvPr/>
      </p:nvGrpSpPr>
      <p:grpSpPr>
        <a:xfrm>
          <a:off x="0" y="0"/>
          <a:ext cx="0" cy="0"/>
          <a:chOff x="0" y="0"/>
          <a:chExt cx="0" cy="0"/>
        </a:xfrm>
      </p:grpSpPr>
      <p:sp>
        <p:nvSpPr>
          <p:cNvPr id="127" name="Google Shape;127;p19"/>
          <p:cNvSpPr txBox="1"/>
          <p:nvPr>
            <p:ph type="title"/>
          </p:nvPr>
        </p:nvSpPr>
        <p:spPr>
          <a:xfrm>
            <a:off x="914400" y="1099993"/>
            <a:ext cx="14935201" cy="1026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9"/>
          <p:cNvSpPr txBox="1"/>
          <p:nvPr>
            <p:ph idx="1" type="body"/>
          </p:nvPr>
        </p:nvSpPr>
        <p:spPr>
          <a:xfrm rot="5400000">
            <a:off x="4727250" y="-1412920"/>
            <a:ext cx="7309500" cy="14935201"/>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900"/>
              </a:spcBef>
              <a:spcAft>
                <a:spcPts val="0"/>
              </a:spcAft>
              <a:buSzPts val="1260"/>
              <a:buChar char="?"/>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9" name="Google Shape;129;p19"/>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9"/>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9"/>
          <p:cNvSpPr txBox="1"/>
          <p:nvPr>
            <p:ph idx="12" type="sldNum"/>
          </p:nvPr>
        </p:nvSpPr>
        <p:spPr>
          <a:xfrm>
            <a:off x="16258031" y="8599748"/>
            <a:ext cx="1219200" cy="7818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pic>
        <p:nvPicPr>
          <p:cNvPr descr="UDLA-Universidad de Las Américas" id="132" name="Google Shape;132;p19"/>
          <p:cNvPicPr preferRelativeResize="0"/>
          <p:nvPr/>
        </p:nvPicPr>
        <p:blipFill rotWithShape="1">
          <a:blip r:embed="rId2">
            <a:alphaModFix/>
          </a:blip>
          <a:srcRect b="0" l="0" r="0" t="0"/>
          <a:stretch/>
        </p:blipFill>
        <p:spPr>
          <a:xfrm>
            <a:off x="575048" y="394381"/>
            <a:ext cx="2664296" cy="70561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33" name="Shape 133"/>
        <p:cNvGrpSpPr/>
        <p:nvPr/>
      </p:nvGrpSpPr>
      <p:grpSpPr>
        <a:xfrm>
          <a:off x="0" y="0"/>
          <a:ext cx="0" cy="0"/>
          <a:chOff x="0" y="0"/>
          <a:chExt cx="0" cy="0"/>
        </a:xfrm>
      </p:grpSpPr>
      <p:sp>
        <p:nvSpPr>
          <p:cNvPr id="134" name="Google Shape;134;p20"/>
          <p:cNvSpPr txBox="1"/>
          <p:nvPr>
            <p:ph type="title"/>
          </p:nvPr>
        </p:nvSpPr>
        <p:spPr>
          <a:xfrm rot="5400000">
            <a:off x="10547250" y="3123446"/>
            <a:ext cx="8775900" cy="3352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0"/>
          <p:cNvSpPr txBox="1"/>
          <p:nvPr>
            <p:ph idx="1" type="body"/>
          </p:nvPr>
        </p:nvSpPr>
        <p:spPr>
          <a:xfrm rot="5400000">
            <a:off x="2546250" y="-1219956"/>
            <a:ext cx="8775900" cy="12039599"/>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900"/>
              </a:spcBef>
              <a:spcAft>
                <a:spcPts val="0"/>
              </a:spcAft>
              <a:buSzPts val="1260"/>
              <a:buChar char="?"/>
              <a:defRPr/>
            </a:lvl1pPr>
            <a:lvl2pPr indent="-320040" lvl="1" marL="914400" algn="l">
              <a:lnSpc>
                <a:spcPct val="100000"/>
              </a:lnSpc>
              <a:spcBef>
                <a:spcPts val="360"/>
              </a:spcBef>
              <a:spcAft>
                <a:spcPts val="0"/>
              </a:spcAft>
              <a:buSzPts val="1440"/>
              <a:buChar char="⚫"/>
              <a:defRPr/>
            </a:lvl2pPr>
            <a:lvl3pPr indent="-297180" lvl="2" marL="1371600" algn="l">
              <a:lnSpc>
                <a:spcPct val="100000"/>
              </a:lnSpc>
              <a:spcBef>
                <a:spcPts val="360"/>
              </a:spcBef>
              <a:spcAft>
                <a:spcPts val="0"/>
              </a:spcAft>
              <a:buSzPts val="1080"/>
              <a:buChar char="?"/>
              <a:defRPr/>
            </a:lvl3pPr>
            <a:lvl4pPr indent="-297180" lvl="3" marL="1828800" algn="l">
              <a:lnSpc>
                <a:spcPct val="100000"/>
              </a:lnSpc>
              <a:spcBef>
                <a:spcPts val="360"/>
              </a:spcBef>
              <a:spcAft>
                <a:spcPts val="0"/>
              </a:spcAft>
              <a:buSzPts val="1080"/>
              <a:buChar char="?"/>
              <a:defRPr/>
            </a:lvl4pPr>
            <a:lvl5pPr indent="-306323" lvl="4" marL="2286000" algn="l">
              <a:lnSpc>
                <a:spcPct val="100000"/>
              </a:lnSpc>
              <a:spcBef>
                <a:spcPts val="360"/>
              </a:spcBef>
              <a:spcAft>
                <a:spcPts val="0"/>
              </a:spcAft>
              <a:buSzPts val="1224"/>
              <a:buChar char="⚫"/>
              <a:defRPr/>
            </a:lvl5pPr>
            <a:lvl6pPr indent="-342900" lvl="5" marL="2743200" algn="l">
              <a:lnSpc>
                <a:spcPct val="100000"/>
              </a:lnSpc>
              <a:spcBef>
                <a:spcPts val="360"/>
              </a:spcBef>
              <a:spcAft>
                <a:spcPts val="0"/>
              </a:spcAft>
              <a:buSzPts val="1800"/>
              <a:buChar char="•"/>
              <a:defRPr/>
            </a:lvl6pPr>
            <a:lvl7pPr indent="-297179" lvl="6" marL="3200400" algn="l">
              <a:lnSpc>
                <a:spcPct val="100000"/>
              </a:lnSpc>
              <a:spcBef>
                <a:spcPts val="360"/>
              </a:spcBef>
              <a:spcAft>
                <a:spcPts val="0"/>
              </a:spcAft>
              <a:buSzPts val="108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36" name="Google Shape;136;p20"/>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20"/>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0"/>
          <p:cNvSpPr txBox="1"/>
          <p:nvPr>
            <p:ph idx="12" type="sldNum"/>
          </p:nvPr>
        </p:nvSpPr>
        <p:spPr>
          <a:xfrm>
            <a:off x="16258031" y="8599748"/>
            <a:ext cx="1219200" cy="7818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cxnSp>
        <p:nvCxnSpPr>
          <p:cNvPr id="6" name="Google Shape;6;p9"/>
          <p:cNvCxnSpPr/>
          <p:nvPr/>
        </p:nvCxnSpPr>
        <p:spPr>
          <a:xfrm>
            <a:off x="17526000" y="0"/>
            <a:ext cx="0" cy="10285500"/>
          </a:xfrm>
          <a:prstGeom prst="straightConnector1">
            <a:avLst/>
          </a:prstGeom>
          <a:noFill/>
          <a:ln cap="flat" cmpd="sng" w="38100">
            <a:solidFill>
              <a:srgbClr val="FEC2AC">
                <a:alpha val="91764"/>
              </a:srgbClr>
            </a:solidFill>
            <a:prstDash val="solid"/>
            <a:round/>
            <a:headEnd len="sm" w="sm" type="none"/>
            <a:tailEnd len="sm" w="sm" type="none"/>
          </a:ln>
        </p:spPr>
      </p:cxnSp>
      <p:sp>
        <p:nvSpPr>
          <p:cNvPr id="7" name="Google Shape;7;p9"/>
          <p:cNvSpPr txBox="1"/>
          <p:nvPr>
            <p:ph type="title"/>
          </p:nvPr>
        </p:nvSpPr>
        <p:spPr>
          <a:xfrm>
            <a:off x="914400" y="411893"/>
            <a:ext cx="14935201" cy="1714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2"/>
              </a:buClr>
              <a:buSzPts val="4499"/>
              <a:buFont typeface="Century Schoolbook"/>
              <a:buNone/>
              <a:defRPr b="0" i="0" sz="4499" u="none" cap="small" strike="noStrike">
                <a:solidFill>
                  <a:schemeClr val="dk2"/>
                </a:solidFill>
                <a:latin typeface="Century Schoolbook"/>
                <a:ea typeface="Century Schoolbook"/>
                <a:cs typeface="Century Schoolbook"/>
                <a:sym typeface="Century Schoolboo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9"/>
          <p:cNvSpPr txBox="1"/>
          <p:nvPr>
            <p:ph idx="1" type="body"/>
          </p:nvPr>
        </p:nvSpPr>
        <p:spPr>
          <a:xfrm>
            <a:off x="914400" y="2399930"/>
            <a:ext cx="14935201" cy="7309500"/>
          </a:xfrm>
          <a:prstGeom prst="rect">
            <a:avLst/>
          </a:prstGeom>
          <a:noFill/>
          <a:ln>
            <a:noFill/>
          </a:ln>
        </p:spPr>
        <p:txBody>
          <a:bodyPr anchorCtr="0" anchor="t" bIns="45700" lIns="91425" spcFirstLastPara="1" rIns="91425" wrap="square" tIns="45700">
            <a:noAutofit/>
          </a:bodyPr>
          <a:lstStyle>
            <a:lvl1pPr indent="-388620" lvl="0" marL="457200" marR="0" rtl="0" algn="l">
              <a:lnSpc>
                <a:spcPct val="100000"/>
              </a:lnSpc>
              <a:spcBef>
                <a:spcPts val="900"/>
              </a:spcBef>
              <a:spcAft>
                <a:spcPts val="0"/>
              </a:spcAft>
              <a:buClr>
                <a:schemeClr val="accent1"/>
              </a:buClr>
              <a:buSzPts val="2520"/>
              <a:buFont typeface="Noto Sans Symbols"/>
              <a:buChar char="🞆"/>
              <a:defRPr b="0" i="0" sz="3600" u="none" cap="none" strike="noStrike">
                <a:solidFill>
                  <a:schemeClr val="dk1"/>
                </a:solidFill>
                <a:latin typeface="Century Schoolbook"/>
                <a:ea typeface="Century Schoolbook"/>
                <a:cs typeface="Century Schoolbook"/>
                <a:sym typeface="Century Schoolbook"/>
              </a:defRPr>
            </a:lvl1pPr>
            <a:lvl2pPr indent="-388619" lvl="1" marL="914400" marR="0" rtl="0" algn="l">
              <a:lnSpc>
                <a:spcPct val="100000"/>
              </a:lnSpc>
              <a:spcBef>
                <a:spcPts val="630"/>
              </a:spcBef>
              <a:spcAft>
                <a:spcPts val="0"/>
              </a:spcAft>
              <a:buClr>
                <a:schemeClr val="accent1"/>
              </a:buClr>
              <a:buSzPts val="2520"/>
              <a:buFont typeface="Noto Sans Symbols"/>
              <a:buChar char="⚫"/>
              <a:defRPr b="0" i="0" sz="3150" u="none" cap="none" strike="noStrike">
                <a:solidFill>
                  <a:schemeClr val="dk1"/>
                </a:solidFill>
                <a:latin typeface="Century Schoolbook"/>
                <a:ea typeface="Century Schoolbook"/>
                <a:cs typeface="Century Schoolbook"/>
                <a:sym typeface="Century Schoolbook"/>
              </a:defRPr>
            </a:lvl2pPr>
            <a:lvl3pPr indent="-331469" lvl="2" marL="1371600" marR="0" rtl="0" algn="l">
              <a:lnSpc>
                <a:spcPct val="100000"/>
              </a:lnSpc>
              <a:spcBef>
                <a:spcPts val="540"/>
              </a:spcBef>
              <a:spcAft>
                <a:spcPts val="0"/>
              </a:spcAft>
              <a:buClr>
                <a:srgbClr val="DE7530"/>
              </a:buClr>
              <a:buSzPts val="1620"/>
              <a:buFont typeface="Noto Sans Symbols"/>
              <a:buChar char="🞆"/>
              <a:defRPr b="0" i="0" sz="2700" u="none" cap="none" strike="noStrike">
                <a:solidFill>
                  <a:schemeClr val="dk1"/>
                </a:solidFill>
                <a:latin typeface="Century Schoolbook"/>
                <a:ea typeface="Century Schoolbook"/>
                <a:cs typeface="Century Schoolbook"/>
                <a:sym typeface="Century Schoolbook"/>
              </a:defRPr>
            </a:lvl3pPr>
            <a:lvl4pPr indent="-331469" lvl="3" marL="1828800" marR="0" rtl="0" algn="l">
              <a:lnSpc>
                <a:spcPct val="100000"/>
              </a:lnSpc>
              <a:spcBef>
                <a:spcPts val="540"/>
              </a:spcBef>
              <a:spcAft>
                <a:spcPts val="0"/>
              </a:spcAft>
              <a:buClr>
                <a:srgbClr val="FEC2AC"/>
              </a:buClr>
              <a:buSzPts val="1620"/>
              <a:buFont typeface="Noto Sans Symbols"/>
              <a:buChar char="🞆"/>
              <a:defRPr b="0" i="0" sz="2700" u="none" cap="none" strike="noStrike">
                <a:solidFill>
                  <a:schemeClr val="dk1"/>
                </a:solidFill>
                <a:latin typeface="Century Schoolbook"/>
                <a:ea typeface="Century Schoolbook"/>
                <a:cs typeface="Century Schoolbook"/>
                <a:sym typeface="Century Schoolbook"/>
              </a:defRPr>
            </a:lvl4pPr>
            <a:lvl5pPr indent="-332232" lvl="4" marL="2286000" marR="0" rtl="0" algn="l">
              <a:lnSpc>
                <a:spcPct val="100000"/>
              </a:lnSpc>
              <a:spcBef>
                <a:spcPts val="480"/>
              </a:spcBef>
              <a:spcAft>
                <a:spcPts val="0"/>
              </a:spcAft>
              <a:buClr>
                <a:srgbClr val="BBC9E9"/>
              </a:buClr>
              <a:buSzPts val="1632"/>
              <a:buFont typeface="Noto Sans Symbols"/>
              <a:buChar char="⚫"/>
              <a:defRPr b="0" i="0" sz="2400" u="none" cap="none" strike="noStrike">
                <a:solidFill>
                  <a:schemeClr val="dk1"/>
                </a:solidFill>
                <a:latin typeface="Century Schoolbook"/>
                <a:ea typeface="Century Schoolbook"/>
                <a:cs typeface="Century Schoolbook"/>
                <a:sym typeface="Century Schoolbook"/>
              </a:defRPr>
            </a:lvl5pPr>
            <a:lvl6pPr indent="-381000" lvl="5" marL="2743200" marR="0" rtl="0" algn="l">
              <a:lnSpc>
                <a:spcPct val="100000"/>
              </a:lnSpc>
              <a:spcBef>
                <a:spcPts val="480"/>
              </a:spcBef>
              <a:spcAft>
                <a:spcPts val="0"/>
              </a:spcAft>
              <a:buClr>
                <a:schemeClr val="accent1"/>
              </a:buClr>
              <a:buSzPts val="2400"/>
              <a:buFont typeface="Century Schoolbook"/>
              <a:buChar char="•"/>
              <a:defRPr b="0" i="0" sz="2400" u="none" cap="none" strike="noStrike">
                <a:solidFill>
                  <a:schemeClr val="dk2"/>
                </a:solidFill>
                <a:latin typeface="Century Schoolbook"/>
                <a:ea typeface="Century Schoolbook"/>
                <a:cs typeface="Century Schoolbook"/>
                <a:sym typeface="Century Schoolbook"/>
              </a:defRPr>
            </a:lvl6pPr>
            <a:lvl7pPr indent="-308610" lvl="6" marL="3200400" marR="0" rtl="0" algn="l">
              <a:lnSpc>
                <a:spcPct val="100000"/>
              </a:lnSpc>
              <a:spcBef>
                <a:spcPts val="420"/>
              </a:spcBef>
              <a:spcAft>
                <a:spcPts val="0"/>
              </a:spcAft>
              <a:buClr>
                <a:srgbClr val="FEC2AC"/>
              </a:buClr>
              <a:buSzPts val="1260"/>
              <a:buFont typeface="Noto Sans Symbols"/>
              <a:buChar char="⚪"/>
              <a:defRPr b="0" i="0" sz="2100" u="none" cap="none" strike="noStrike">
                <a:solidFill>
                  <a:schemeClr val="dk2"/>
                </a:solidFill>
                <a:latin typeface="Century Schoolbook"/>
                <a:ea typeface="Century Schoolbook"/>
                <a:cs typeface="Century Schoolbook"/>
                <a:sym typeface="Century Schoolbook"/>
              </a:defRPr>
            </a:lvl7pPr>
            <a:lvl8pPr indent="-361950" lvl="7" marL="3657600" marR="0" rtl="0" algn="l">
              <a:lnSpc>
                <a:spcPct val="100000"/>
              </a:lnSpc>
              <a:spcBef>
                <a:spcPts val="420"/>
              </a:spcBef>
              <a:spcAft>
                <a:spcPts val="0"/>
              </a:spcAft>
              <a:buClr>
                <a:schemeClr val="accent2"/>
              </a:buClr>
              <a:buSzPts val="2100"/>
              <a:buFont typeface="Century Schoolbook"/>
              <a:buChar char="•"/>
              <a:defRPr b="0" i="0" sz="2100" u="none" cap="small" strike="noStrike">
                <a:solidFill>
                  <a:schemeClr val="dk2"/>
                </a:solidFill>
                <a:latin typeface="Century Schoolbook"/>
                <a:ea typeface="Century Schoolbook"/>
                <a:cs typeface="Century Schoolbook"/>
                <a:sym typeface="Century Schoolbook"/>
              </a:defRPr>
            </a:lvl8pPr>
            <a:lvl9pPr indent="-361950" lvl="8" marL="4114800" marR="0" rtl="0" algn="l">
              <a:lnSpc>
                <a:spcPct val="100000"/>
              </a:lnSpc>
              <a:spcBef>
                <a:spcPts val="420"/>
              </a:spcBef>
              <a:spcAft>
                <a:spcPts val="0"/>
              </a:spcAft>
              <a:buClr>
                <a:srgbClr val="DE7530"/>
              </a:buClr>
              <a:buSzPts val="2100"/>
              <a:buFont typeface="Century Schoolbook"/>
              <a:buChar char="•"/>
              <a:defRPr b="0" i="0" sz="2100" u="none" cap="none" strike="noStrike">
                <a:solidFill>
                  <a:schemeClr val="dk2"/>
                </a:solidFill>
                <a:latin typeface="Century Schoolbook"/>
                <a:ea typeface="Century Schoolbook"/>
                <a:cs typeface="Century Schoolbook"/>
                <a:sym typeface="Century Schoolbook"/>
              </a:defRPr>
            </a:lvl9pPr>
          </a:lstStyle>
          <a:p/>
        </p:txBody>
      </p:sp>
      <p:sp>
        <p:nvSpPr>
          <p:cNvPr id="9" name="Google Shape;9;p9"/>
          <p:cNvSpPr txBox="1"/>
          <p:nvPr>
            <p:ph idx="10" type="dt"/>
          </p:nvPr>
        </p:nvSpPr>
        <p:spPr>
          <a:xfrm rot="5400000">
            <a:off x="15682219" y="1526541"/>
            <a:ext cx="3017100" cy="7680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800" u="none" cap="none" strike="noStrike">
                <a:solidFill>
                  <a:schemeClr val="dk2"/>
                </a:solidFill>
                <a:latin typeface="Century Schoolbook"/>
                <a:ea typeface="Century Schoolbook"/>
                <a:cs typeface="Century Schoolbook"/>
                <a:sym typeface="Century Schoolbook"/>
              </a:defRPr>
            </a:lvl1pPr>
            <a:lvl2pPr lvl="1"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2pPr>
            <a:lvl3pPr lvl="2"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3pPr>
            <a:lvl4pPr lvl="3"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4pPr>
            <a:lvl5pPr lvl="4"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5pPr>
            <a:lvl6pPr lvl="5"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6pPr>
            <a:lvl7pPr lvl="6"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7pPr>
            <a:lvl8pPr lvl="7"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8pPr>
            <a:lvl9pPr lvl="8"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9pPr>
          </a:lstStyle>
          <a:p/>
        </p:txBody>
      </p:sp>
      <p:sp>
        <p:nvSpPr>
          <p:cNvPr id="10" name="Google Shape;10;p9"/>
          <p:cNvSpPr txBox="1"/>
          <p:nvPr>
            <p:ph idx="11" type="ftr"/>
          </p:nvPr>
        </p:nvSpPr>
        <p:spPr>
          <a:xfrm rot="5400000">
            <a:off x="14780833" y="5513643"/>
            <a:ext cx="4800000" cy="7314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Century Schoolbook"/>
                <a:ea typeface="Century Schoolbook"/>
                <a:cs typeface="Century Schoolbook"/>
                <a:sym typeface="Century Schoolbook"/>
              </a:defRPr>
            </a:lvl1pPr>
            <a:lvl2pPr lvl="1"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2pPr>
            <a:lvl3pPr lvl="2"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3pPr>
            <a:lvl4pPr lvl="3"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4pPr>
            <a:lvl5pPr lvl="4"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5pPr>
            <a:lvl6pPr lvl="5"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6pPr>
            <a:lvl7pPr lvl="6"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7pPr>
            <a:lvl8pPr lvl="7"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8pPr>
            <a:lvl9pPr lvl="8" marR="0" rtl="0" algn="l">
              <a:lnSpc>
                <a:spcPct val="100000"/>
              </a:lnSpc>
              <a:spcBef>
                <a:spcPts val="0"/>
              </a:spcBef>
              <a:spcAft>
                <a:spcPts val="0"/>
              </a:spcAft>
              <a:buClr>
                <a:srgbClr val="000000"/>
              </a:buClr>
              <a:buSzPts val="1400"/>
              <a:buFont typeface="Arial"/>
              <a:buNone/>
              <a:defRPr b="0" i="0" sz="3214" u="none" cap="none" strike="noStrike">
                <a:solidFill>
                  <a:schemeClr val="dk1"/>
                </a:solidFill>
                <a:latin typeface="Century Schoolbook"/>
                <a:ea typeface="Century Schoolbook"/>
                <a:cs typeface="Century Schoolbook"/>
                <a:sym typeface="Century Schoolbook"/>
              </a:defRPr>
            </a:lvl9pPr>
          </a:lstStyle>
          <a:p/>
        </p:txBody>
      </p:sp>
      <p:cxnSp>
        <p:nvCxnSpPr>
          <p:cNvPr id="11" name="Google Shape;11;p9"/>
          <p:cNvCxnSpPr/>
          <p:nvPr/>
        </p:nvCxnSpPr>
        <p:spPr>
          <a:xfrm>
            <a:off x="152400" y="0"/>
            <a:ext cx="0" cy="10285500"/>
          </a:xfrm>
          <a:prstGeom prst="straightConnector1">
            <a:avLst/>
          </a:prstGeom>
          <a:noFill/>
          <a:ln cap="flat" cmpd="thickThin" w="57150">
            <a:solidFill>
              <a:srgbClr val="FEC2AC"/>
            </a:solidFill>
            <a:prstDash val="solid"/>
            <a:round/>
            <a:headEnd len="sm" w="sm" type="none"/>
            <a:tailEnd len="sm" w="sm" type="none"/>
          </a:ln>
        </p:spPr>
      </p:cxnSp>
      <p:cxnSp>
        <p:nvCxnSpPr>
          <p:cNvPr id="12" name="Google Shape;12;p9"/>
          <p:cNvCxnSpPr/>
          <p:nvPr/>
        </p:nvCxnSpPr>
        <p:spPr>
          <a:xfrm>
            <a:off x="17983200" y="0"/>
            <a:ext cx="0" cy="10285500"/>
          </a:xfrm>
          <a:prstGeom prst="straightConnector1">
            <a:avLst/>
          </a:prstGeom>
          <a:noFill/>
          <a:ln cap="flat" cmpd="sng" w="19050">
            <a:solidFill>
              <a:schemeClr val="accent1"/>
            </a:solidFill>
            <a:prstDash val="solid"/>
            <a:round/>
            <a:headEnd len="sm" w="sm" type="none"/>
            <a:tailEnd len="sm" w="sm" type="none"/>
          </a:ln>
        </p:spPr>
      </p:cxnSp>
      <p:sp>
        <p:nvSpPr>
          <p:cNvPr id="13" name="Google Shape;13;p9"/>
          <p:cNvSpPr/>
          <p:nvPr/>
        </p:nvSpPr>
        <p:spPr>
          <a:xfrm>
            <a:off x="17678400" y="0"/>
            <a:ext cx="609600" cy="10285500"/>
          </a:xfrm>
          <a:prstGeom prst="rect">
            <a:avLst/>
          </a:prstGeom>
          <a:solidFill>
            <a:srgbClr val="FEC2AC">
              <a:alpha val="8588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cxnSp>
        <p:nvCxnSpPr>
          <p:cNvPr id="14" name="Google Shape;14;p9"/>
          <p:cNvCxnSpPr/>
          <p:nvPr/>
        </p:nvCxnSpPr>
        <p:spPr>
          <a:xfrm>
            <a:off x="17830800" y="0"/>
            <a:ext cx="0" cy="10285500"/>
          </a:xfrm>
          <a:prstGeom prst="straightConnector1">
            <a:avLst/>
          </a:prstGeom>
          <a:noFill/>
          <a:ln cap="flat" cmpd="sng" w="9525">
            <a:solidFill>
              <a:schemeClr val="accent1"/>
            </a:solidFill>
            <a:prstDash val="solid"/>
            <a:round/>
            <a:headEnd len="sm" w="sm" type="none"/>
            <a:tailEnd len="sm" w="sm" type="none"/>
          </a:ln>
        </p:spPr>
      </p:cxnSp>
      <p:sp>
        <p:nvSpPr>
          <p:cNvPr id="15" name="Google Shape;15;p9"/>
          <p:cNvSpPr/>
          <p:nvPr/>
        </p:nvSpPr>
        <p:spPr>
          <a:xfrm>
            <a:off x="16312895" y="8571178"/>
            <a:ext cx="1097400" cy="8229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20"/>
              <a:buFont typeface="Arial"/>
              <a:buNone/>
            </a:pPr>
            <a:r>
              <a:t/>
            </a:r>
            <a:endParaRPr b="0" i="0" sz="4820" u="none" cap="none" strike="noStrike">
              <a:solidFill>
                <a:schemeClr val="lt1"/>
              </a:solidFill>
              <a:latin typeface="Century Schoolbook"/>
              <a:ea typeface="Century Schoolbook"/>
              <a:cs typeface="Century Schoolbook"/>
              <a:sym typeface="Century Schoolbook"/>
            </a:endParaRPr>
          </a:p>
        </p:txBody>
      </p:sp>
      <p:sp>
        <p:nvSpPr>
          <p:cNvPr id="16" name="Google Shape;16;p9"/>
          <p:cNvSpPr txBox="1"/>
          <p:nvPr>
            <p:ph idx="12" type="sldNum"/>
          </p:nvPr>
        </p:nvSpPr>
        <p:spPr>
          <a:xfrm>
            <a:off x="16258031" y="8599748"/>
            <a:ext cx="1219200" cy="7818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1pPr>
            <a:lvl2pPr indent="0" lvl="1" marL="0" marR="0" rtl="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2pPr>
            <a:lvl3pPr indent="0" lvl="2" marL="0" marR="0" rtl="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3pPr>
            <a:lvl4pPr indent="0" lvl="3" marL="0" marR="0" rtl="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4pPr>
            <a:lvl5pPr indent="0" lvl="4" marL="0" marR="0" rtl="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5pPr>
            <a:lvl6pPr indent="0" lvl="5" marL="0" marR="0" rtl="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6pPr>
            <a:lvl7pPr indent="0" lvl="6" marL="0" marR="0" rtl="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7pPr>
            <a:lvl8pPr indent="0" lvl="7" marL="0" marR="0" rtl="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8pPr>
            <a:lvl9pPr indent="0" lvl="8" marL="0" marR="0" rtl="0" algn="ctr">
              <a:lnSpc>
                <a:spcPct val="100000"/>
              </a:lnSpc>
              <a:spcBef>
                <a:spcPts val="0"/>
              </a:spcBef>
              <a:spcAft>
                <a:spcPts val="0"/>
              </a:spcAft>
              <a:buClr>
                <a:srgbClr val="000000"/>
              </a:buClr>
              <a:buSzPts val="2100"/>
              <a:buFont typeface="Arial"/>
              <a:buNone/>
              <a:defRPr b="1" i="0" sz="21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17.png"/><Relationship Id="rId6"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www.youtube.com/watch?v=5CEArmGzLD8" TargetMode="External"/><Relationship Id="rId4"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27.png"/><Relationship Id="rId6"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5.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ph type="ctrTitle"/>
          </p:nvPr>
        </p:nvSpPr>
        <p:spPr>
          <a:xfrm>
            <a:off x="4967536" y="2262386"/>
            <a:ext cx="10469611" cy="3012929"/>
          </a:xfrm>
          <a:prstGeom prst="rect">
            <a:avLst/>
          </a:prstGeom>
          <a:solidFill>
            <a:schemeClr val="lt1"/>
          </a:solidFill>
          <a:ln cap="flat" cmpd="sng" w="25400">
            <a:solidFill>
              <a:schemeClr val="accent1"/>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6299"/>
              <a:buFont typeface="Century Schoolbook"/>
              <a:buNone/>
            </a:pPr>
            <a:r>
              <a:rPr lang="es-CL" sz="6299">
                <a:solidFill>
                  <a:schemeClr val="dk1"/>
                </a:solidFill>
                <a:latin typeface="Century Schoolbook"/>
                <a:ea typeface="Century Schoolbook"/>
                <a:cs typeface="Century Schoolbook"/>
                <a:sym typeface="Century Schoolbook"/>
              </a:rPr>
              <a:t>Sistema de gestión  Restobar</a:t>
            </a:r>
            <a:br>
              <a:rPr lang="es-CL" sz="6299">
                <a:solidFill>
                  <a:schemeClr val="dk1"/>
                </a:solidFill>
                <a:latin typeface="Century Schoolbook"/>
                <a:ea typeface="Century Schoolbook"/>
                <a:cs typeface="Century Schoolbook"/>
                <a:sym typeface="Century Schoolbook"/>
              </a:rPr>
            </a:br>
            <a:r>
              <a:rPr lang="es-CL" sz="6299">
                <a:solidFill>
                  <a:schemeClr val="dk1"/>
                </a:solidFill>
                <a:latin typeface="Century Schoolbook"/>
                <a:ea typeface="Century Schoolbook"/>
                <a:cs typeface="Century Schoolbook"/>
                <a:sym typeface="Century Schoolbook"/>
              </a:rPr>
              <a:t>CORE V1</a:t>
            </a:r>
            <a:endParaRPr/>
          </a:p>
        </p:txBody>
      </p:sp>
      <p:sp>
        <p:nvSpPr>
          <p:cNvPr id="144" name="Google Shape;144;p1"/>
          <p:cNvSpPr txBox="1"/>
          <p:nvPr>
            <p:ph idx="1" type="subTitle"/>
          </p:nvPr>
        </p:nvSpPr>
        <p:spPr>
          <a:xfrm>
            <a:off x="6767736" y="6117195"/>
            <a:ext cx="6840760" cy="3819948"/>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SzPts val="1942"/>
              <a:buNone/>
            </a:pPr>
            <a:r>
              <a:rPr lang="es-CL" sz="2775">
                <a:solidFill>
                  <a:schemeClr val="dk1"/>
                </a:solidFill>
                <a:latin typeface="Times New Roman"/>
                <a:ea typeface="Times New Roman"/>
                <a:cs typeface="Times New Roman"/>
                <a:sym typeface="Times New Roman"/>
              </a:rPr>
              <a:t>Profesor : Alejandro Gonzalez Zuñiga</a:t>
            </a:r>
            <a:endParaRPr sz="2775">
              <a:solidFill>
                <a:schemeClr val="dk1"/>
              </a:solidFill>
              <a:latin typeface="Times New Roman"/>
              <a:ea typeface="Times New Roman"/>
              <a:cs typeface="Times New Roman"/>
              <a:sym typeface="Times New Roman"/>
            </a:endParaRPr>
          </a:p>
          <a:p>
            <a:pPr indent="0" lvl="0" marL="0" rtl="0" algn="just">
              <a:lnSpc>
                <a:spcPct val="100000"/>
              </a:lnSpc>
              <a:spcBef>
                <a:spcPts val="900"/>
              </a:spcBef>
              <a:spcAft>
                <a:spcPts val="0"/>
              </a:spcAft>
              <a:buSzPts val="1942"/>
              <a:buNone/>
            </a:pPr>
            <a:r>
              <a:rPr lang="es-CL" sz="2775">
                <a:solidFill>
                  <a:schemeClr val="dk1"/>
                </a:solidFill>
                <a:latin typeface="Times New Roman"/>
                <a:ea typeface="Times New Roman"/>
                <a:cs typeface="Times New Roman"/>
                <a:sym typeface="Times New Roman"/>
              </a:rPr>
              <a:t>Estudiantes: Agustín Bornscheuer</a:t>
            </a:r>
            <a:endParaRPr sz="2775">
              <a:solidFill>
                <a:schemeClr val="dk1"/>
              </a:solidFill>
              <a:latin typeface="Times New Roman"/>
              <a:ea typeface="Times New Roman"/>
              <a:cs typeface="Times New Roman"/>
              <a:sym typeface="Times New Roman"/>
            </a:endParaRPr>
          </a:p>
          <a:p>
            <a:pPr indent="0" lvl="0" marL="0" rtl="0" algn="just">
              <a:lnSpc>
                <a:spcPct val="100000"/>
              </a:lnSpc>
              <a:spcBef>
                <a:spcPts val="900"/>
              </a:spcBef>
              <a:spcAft>
                <a:spcPts val="0"/>
              </a:spcAft>
              <a:buSzPts val="1942"/>
              <a:buNone/>
            </a:pPr>
            <a:r>
              <a:rPr lang="es-CL" sz="2775">
                <a:solidFill>
                  <a:schemeClr val="dk1"/>
                </a:solidFill>
                <a:latin typeface="Times New Roman"/>
                <a:ea typeface="Times New Roman"/>
                <a:cs typeface="Times New Roman"/>
                <a:sym typeface="Times New Roman"/>
              </a:rPr>
              <a:t>		            Henry Lohse</a:t>
            </a:r>
            <a:endParaRPr/>
          </a:p>
          <a:p>
            <a:pPr indent="0" lvl="0" marL="0" rtl="0" algn="just">
              <a:lnSpc>
                <a:spcPct val="100000"/>
              </a:lnSpc>
              <a:spcBef>
                <a:spcPts val="900"/>
              </a:spcBef>
              <a:spcAft>
                <a:spcPts val="0"/>
              </a:spcAft>
              <a:buSzPts val="1942"/>
              <a:buNone/>
            </a:pPr>
            <a:r>
              <a:rPr lang="es-CL" sz="2775">
                <a:solidFill>
                  <a:schemeClr val="dk1"/>
                </a:solidFill>
                <a:latin typeface="Times New Roman"/>
                <a:ea typeface="Times New Roman"/>
                <a:cs typeface="Times New Roman"/>
                <a:sym typeface="Times New Roman"/>
              </a:rPr>
              <a:t>		            Ignacio Pérez</a:t>
            </a:r>
            <a:endParaRPr/>
          </a:p>
          <a:p>
            <a:pPr indent="0" lvl="0" marL="0" rtl="0" algn="just">
              <a:lnSpc>
                <a:spcPct val="100000"/>
              </a:lnSpc>
              <a:spcBef>
                <a:spcPts val="900"/>
              </a:spcBef>
              <a:spcAft>
                <a:spcPts val="0"/>
              </a:spcAft>
              <a:buSzPts val="1942"/>
              <a:buNone/>
            </a:pPr>
            <a:r>
              <a:rPr lang="es-CL" sz="2775">
                <a:solidFill>
                  <a:schemeClr val="dk1"/>
                </a:solidFill>
                <a:latin typeface="Times New Roman"/>
                <a:ea typeface="Times New Roman"/>
                <a:cs typeface="Times New Roman"/>
                <a:sym typeface="Times New Roman"/>
              </a:rPr>
              <a:t>		            Jen Pierr Cieza</a:t>
            </a:r>
            <a:endParaRPr/>
          </a:p>
          <a:p>
            <a:pPr indent="0" lvl="0" marL="0" rtl="0" algn="just">
              <a:lnSpc>
                <a:spcPct val="100000"/>
              </a:lnSpc>
              <a:spcBef>
                <a:spcPts val="900"/>
              </a:spcBef>
              <a:spcAft>
                <a:spcPts val="0"/>
              </a:spcAft>
              <a:buSzPts val="1942"/>
              <a:buNone/>
            </a:pPr>
            <a:r>
              <a:t/>
            </a:r>
            <a:endParaRPr sz="2775">
              <a:solidFill>
                <a:schemeClr val="dk1"/>
              </a:solidFill>
              <a:latin typeface="Times New Roman"/>
              <a:ea typeface="Times New Roman"/>
              <a:cs typeface="Times New Roman"/>
              <a:sym typeface="Times New Roman"/>
            </a:endParaRPr>
          </a:p>
          <a:p>
            <a:pPr indent="0" lvl="0" marL="0" rtl="0" algn="just">
              <a:lnSpc>
                <a:spcPct val="100000"/>
              </a:lnSpc>
              <a:spcBef>
                <a:spcPts val="900"/>
              </a:spcBef>
              <a:spcAft>
                <a:spcPts val="0"/>
              </a:spcAft>
              <a:buSzPts val="1942"/>
              <a:buNone/>
            </a:pPr>
            <a:r>
              <a:rPr lang="es-CL" sz="2775">
                <a:solidFill>
                  <a:schemeClr val="dk1"/>
                </a:solidFill>
                <a:latin typeface="Times New Roman"/>
                <a:ea typeface="Times New Roman"/>
                <a:cs typeface="Times New Roman"/>
                <a:sym typeface="Times New Roman"/>
              </a:rPr>
              <a:t>					Julio</a:t>
            </a:r>
            <a:r>
              <a:rPr lang="es-CL" sz="2775">
                <a:solidFill>
                  <a:schemeClr val="dk1"/>
                </a:solidFill>
              </a:rPr>
              <a:t> – 2020</a:t>
            </a:r>
            <a:endParaRPr sz="2775">
              <a:solidFill>
                <a:schemeClr val="dk1"/>
              </a:solidFill>
            </a:endParaRPr>
          </a:p>
          <a:p>
            <a:pPr indent="0" lvl="0" marL="0" rtl="0" algn="l">
              <a:lnSpc>
                <a:spcPct val="100000"/>
              </a:lnSpc>
              <a:spcBef>
                <a:spcPts val="900"/>
              </a:spcBef>
              <a:spcAft>
                <a:spcPts val="0"/>
              </a:spcAft>
              <a:buSzPts val="1942"/>
              <a:buNone/>
            </a:pPr>
            <a:r>
              <a:t/>
            </a:r>
            <a:endParaRPr sz="2775">
              <a:solidFill>
                <a:schemeClr val="dk1"/>
              </a:solidFill>
              <a:latin typeface="Times New Roman"/>
              <a:ea typeface="Times New Roman"/>
              <a:cs typeface="Times New Roman"/>
              <a:sym typeface="Times New Roman"/>
            </a:endParaRPr>
          </a:p>
          <a:p>
            <a:pPr indent="0" lvl="0" marL="0" rtl="0" algn="l">
              <a:lnSpc>
                <a:spcPct val="100000"/>
              </a:lnSpc>
              <a:spcBef>
                <a:spcPts val="900"/>
              </a:spcBef>
              <a:spcAft>
                <a:spcPts val="0"/>
              </a:spcAft>
              <a:buSzPts val="1748"/>
              <a:buNone/>
            </a:pPr>
            <a:r>
              <a:t/>
            </a:r>
            <a:endParaRPr sz="2497"/>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title"/>
          </p:nvPr>
        </p:nvSpPr>
        <p:spPr>
          <a:xfrm>
            <a:off x="914400" y="589493"/>
            <a:ext cx="14935201" cy="102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4200"/>
              <a:buFont typeface="Times New Roman"/>
              <a:buNone/>
            </a:pPr>
            <a:r>
              <a:rPr b="1" lang="es-CL" sz="4200">
                <a:latin typeface="Times New Roman"/>
                <a:ea typeface="Times New Roman"/>
                <a:cs typeface="Times New Roman"/>
                <a:sym typeface="Times New Roman"/>
              </a:rPr>
              <a:t>Índice</a:t>
            </a:r>
            <a:endParaRPr/>
          </a:p>
        </p:txBody>
      </p:sp>
      <p:sp>
        <p:nvSpPr>
          <p:cNvPr id="150" name="Google Shape;150;p2"/>
          <p:cNvSpPr txBox="1"/>
          <p:nvPr/>
        </p:nvSpPr>
        <p:spPr>
          <a:xfrm>
            <a:off x="739750" y="1546550"/>
            <a:ext cx="7848900" cy="7567500"/>
          </a:xfrm>
          <a:prstGeom prst="rect">
            <a:avLst/>
          </a:prstGeom>
          <a:noFill/>
          <a:ln>
            <a:noFill/>
          </a:ln>
        </p:spPr>
        <p:txBody>
          <a:bodyPr anchorCtr="0" anchor="t" bIns="45700" lIns="91425" spcFirstLastPara="1" rIns="91425" wrap="square" tIns="45700">
            <a:noAutofit/>
          </a:bodyPr>
          <a:lstStyle/>
          <a:p>
            <a:pPr indent="-419100" lvl="0" marL="457200" marR="0" rtl="0" algn="l">
              <a:lnSpc>
                <a:spcPct val="100000"/>
              </a:lnSpc>
              <a:spcBef>
                <a:spcPts val="30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Grupo y distribución </a:t>
            </a:r>
            <a:endParaRPr b="0" i="0" sz="3000" u="none" cap="none" strike="noStrike">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Propósito</a:t>
            </a:r>
            <a:r>
              <a:rPr lang="es-CL" sz="3000">
                <a:solidFill>
                  <a:schemeClr val="dk1"/>
                </a:solidFill>
                <a:latin typeface="Times New Roman"/>
                <a:ea typeface="Times New Roman"/>
                <a:cs typeface="Times New Roman"/>
                <a:sym typeface="Times New Roman"/>
              </a:rPr>
              <a:t> del cliente</a:t>
            </a:r>
            <a:endParaRPr b="0" i="0" sz="3000" u="none" cap="none" strike="noStrike">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Objetivos</a:t>
            </a:r>
            <a:endParaRPr b="0" i="0" sz="3000" u="none" cap="none" strike="noStrike">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Restricciones </a:t>
            </a:r>
            <a:endParaRPr b="0" i="0" sz="3000" u="none" cap="none" strike="noStrike">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Requerimientos del cliente </a:t>
            </a:r>
            <a:endParaRPr b="0" i="0" sz="3000" u="none" cap="none" strike="noStrike">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Metodología de trabajo</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Gestión de Herramientas y RRHH</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Alcance del proyecto</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IDE utilizado</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Lenguaje de programación utilizado</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Código Fuente</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Clasificación del lenguaje de programación utilizado</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Requerimientos Principales</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Pruebas de Requerimientos</a:t>
            </a:r>
            <a:endParaRPr sz="3000">
              <a:solidFill>
                <a:schemeClr val="dk1"/>
              </a:solidFill>
              <a:latin typeface="Times New Roman"/>
              <a:ea typeface="Times New Roman"/>
              <a:cs typeface="Times New Roman"/>
              <a:sym typeface="Times New Roman"/>
            </a:endParaRPr>
          </a:p>
          <a:p>
            <a:pPr indent="0" lvl="0" marL="0" rtl="0" algn="l">
              <a:spcBef>
                <a:spcPts val="300"/>
              </a:spcBef>
              <a:spcAft>
                <a:spcPts val="0"/>
              </a:spcAft>
              <a:buNone/>
            </a:pPr>
            <a:r>
              <a:t/>
            </a:r>
            <a:endParaRPr sz="3000">
              <a:solidFill>
                <a:schemeClr val="dk1"/>
              </a:solidFill>
              <a:latin typeface="Times New Roman"/>
              <a:ea typeface="Times New Roman"/>
              <a:cs typeface="Times New Roman"/>
              <a:sym typeface="Times New Roman"/>
            </a:endParaRPr>
          </a:p>
        </p:txBody>
      </p:sp>
      <p:sp>
        <p:nvSpPr>
          <p:cNvPr id="151" name="Google Shape;151;p2"/>
          <p:cNvSpPr txBox="1"/>
          <p:nvPr/>
        </p:nvSpPr>
        <p:spPr>
          <a:xfrm>
            <a:off x="8850175" y="1829600"/>
            <a:ext cx="7848900" cy="7567500"/>
          </a:xfrm>
          <a:prstGeom prst="rect">
            <a:avLst/>
          </a:prstGeom>
          <a:noFill/>
          <a:ln>
            <a:noFill/>
          </a:ln>
        </p:spPr>
        <p:txBody>
          <a:bodyPr anchorCtr="0" anchor="t" bIns="45700" lIns="91425" spcFirstLastPara="1" rIns="91425" wrap="square" tIns="45700">
            <a:noAutofit/>
          </a:bodyPr>
          <a:lstStyle/>
          <a:p>
            <a:pPr indent="-419100" lvl="0" marL="457200" rtl="0" algn="l">
              <a:spcBef>
                <a:spcPts val="30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Presentación del SW en Operación</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Diagramas de Flujo</a:t>
            </a:r>
            <a:endParaRPr sz="3000">
              <a:solidFill>
                <a:schemeClr val="dk1"/>
              </a:solidFill>
              <a:latin typeface="Times New Roman"/>
              <a:ea typeface="Times New Roman"/>
              <a:cs typeface="Times New Roman"/>
              <a:sym typeface="Times New Roman"/>
            </a:endParaRPr>
          </a:p>
          <a:p>
            <a:pPr indent="-419100" lvl="0" marL="457200" rtl="0" algn="l">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Impactos del proyecto</a:t>
            </a:r>
            <a:endParaRPr sz="3000">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Matriz de Riesgo</a:t>
            </a:r>
            <a:endParaRPr b="0" i="0" sz="3000" u="none" cap="none" strike="noStrike">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Control de Riesgo</a:t>
            </a:r>
            <a:endParaRPr b="0" i="0" sz="3000" u="none" cap="none" strike="noStrike">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KPI’s analiticos</a:t>
            </a:r>
            <a:endParaRPr sz="3000">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Arquitectura Operacional</a:t>
            </a:r>
            <a:endParaRPr sz="3000">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Cronología del Proyecto</a:t>
            </a:r>
            <a:endParaRPr sz="3000">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EDT del Proyecto</a:t>
            </a:r>
            <a:endParaRPr sz="3000">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Información General del Proyecto</a:t>
            </a:r>
            <a:endParaRPr sz="3000">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Documentación de Cierre de Proyecto</a:t>
            </a:r>
            <a:endParaRPr sz="3000">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Cierre Formal</a:t>
            </a:r>
            <a:endParaRPr sz="3000">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Conclusión</a:t>
            </a:r>
            <a:endParaRPr sz="3000">
              <a:solidFill>
                <a:schemeClr val="dk1"/>
              </a:solidFill>
              <a:latin typeface="Times New Roman"/>
              <a:ea typeface="Times New Roman"/>
              <a:cs typeface="Times New Roman"/>
              <a:sym typeface="Times New Roman"/>
            </a:endParaRPr>
          </a:p>
          <a:p>
            <a:pPr indent="0" lvl="0" marL="1737360" marR="0" rtl="0" algn="l">
              <a:lnSpc>
                <a:spcPct val="100000"/>
              </a:lnSpc>
              <a:spcBef>
                <a:spcPts val="30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0" lvl="0" marL="1737360" marR="0" rtl="0" algn="l">
              <a:lnSpc>
                <a:spcPct val="100000"/>
              </a:lnSpc>
              <a:spcBef>
                <a:spcPts val="30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76f6c50663_0_4"/>
          <p:cNvSpPr txBox="1"/>
          <p:nvPr/>
        </p:nvSpPr>
        <p:spPr>
          <a:xfrm>
            <a:off x="5543600" y="894234"/>
            <a:ext cx="6603300" cy="780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200"/>
              <a:buFont typeface="Arial"/>
              <a:buNone/>
            </a:pPr>
            <a:r>
              <a:rPr b="1" i="0" lang="es-CL" sz="4200" u="none" cap="small" strike="noStrike">
                <a:solidFill>
                  <a:schemeClr val="dk2"/>
                </a:solidFill>
                <a:latin typeface="Times New Roman"/>
                <a:ea typeface="Times New Roman"/>
                <a:cs typeface="Times New Roman"/>
                <a:sym typeface="Times New Roman"/>
              </a:rPr>
              <a:t>Grupo y Distribución</a:t>
            </a:r>
            <a:endParaRPr b="0" i="0" sz="1400" u="none" cap="none" strike="noStrike">
              <a:solidFill>
                <a:srgbClr val="000000"/>
              </a:solidFill>
              <a:latin typeface="Arial"/>
              <a:ea typeface="Arial"/>
              <a:cs typeface="Arial"/>
              <a:sym typeface="Arial"/>
            </a:endParaRPr>
          </a:p>
        </p:txBody>
      </p:sp>
      <p:sp>
        <p:nvSpPr>
          <p:cNvPr id="157" name="Google Shape;157;g76f6c50663_0_4"/>
          <p:cNvSpPr txBox="1"/>
          <p:nvPr/>
        </p:nvSpPr>
        <p:spPr>
          <a:xfrm>
            <a:off x="359024" y="8455074"/>
            <a:ext cx="18362100" cy="780300"/>
          </a:xfrm>
          <a:prstGeom prst="rect">
            <a:avLst/>
          </a:prstGeom>
          <a:noFill/>
          <a:ln>
            <a:noFill/>
          </a:ln>
        </p:spPr>
        <p:txBody>
          <a:bodyPr anchorCtr="0" anchor="b" bIns="45700" lIns="91425" spcFirstLastPara="1" rIns="91425" wrap="square" tIns="45700">
            <a:noAutofit/>
          </a:bodyPr>
          <a:lstStyle/>
          <a:p>
            <a:pPr indent="-571500" lvl="0" marL="571500" marR="0" rtl="0" algn="l">
              <a:lnSpc>
                <a:spcPct val="100000"/>
              </a:lnSpc>
              <a:spcBef>
                <a:spcPts val="0"/>
              </a:spcBef>
              <a:spcAft>
                <a:spcPts val="0"/>
              </a:spcAft>
              <a:buClr>
                <a:schemeClr val="dk2"/>
              </a:buClr>
              <a:buSzPts val="4200"/>
              <a:buFont typeface="Courier New"/>
              <a:buChar char="o"/>
            </a:pPr>
            <a:r>
              <a:rPr b="1" lang="es-CL" sz="4200" cap="small">
                <a:solidFill>
                  <a:schemeClr val="dk2"/>
                </a:solidFill>
                <a:latin typeface="Times New Roman"/>
                <a:ea typeface="Times New Roman"/>
                <a:cs typeface="Times New Roman"/>
                <a:sym typeface="Times New Roman"/>
              </a:rPr>
              <a:t>Henry Richard Lohse Rojas</a:t>
            </a:r>
            <a:r>
              <a:rPr b="1" i="0" lang="es-CL" sz="4200" u="none" cap="small" strike="noStrike">
                <a:solidFill>
                  <a:schemeClr val="dk2"/>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571500" lvl="5" marL="4653381" marR="0" rtl="0" algn="l">
              <a:lnSpc>
                <a:spcPct val="100000"/>
              </a:lnSpc>
              <a:spcBef>
                <a:spcPts val="0"/>
              </a:spcBef>
              <a:spcAft>
                <a:spcPts val="0"/>
              </a:spcAft>
              <a:buClr>
                <a:schemeClr val="dk1"/>
              </a:buClr>
              <a:buSzPts val="4200"/>
              <a:buFont typeface="Arial"/>
              <a:buChar char="•"/>
            </a:pPr>
            <a:r>
              <a:rPr b="1" i="0" lang="es-CL" sz="4200" u="none" cap="small" strike="noStrike">
                <a:solidFill>
                  <a:schemeClr val="dk1"/>
                </a:solidFill>
                <a:latin typeface="Times New Roman"/>
                <a:ea typeface="Times New Roman"/>
                <a:cs typeface="Times New Roman"/>
                <a:sym typeface="Times New Roman"/>
              </a:rPr>
              <a:t>Director de proyecto</a:t>
            </a:r>
            <a:endParaRPr b="0" i="0" sz="1400" u="none" cap="none" strike="noStrike">
              <a:solidFill>
                <a:srgbClr val="000000"/>
              </a:solidFill>
              <a:latin typeface="Arial"/>
              <a:ea typeface="Arial"/>
              <a:cs typeface="Arial"/>
              <a:sym typeface="Arial"/>
            </a:endParaRPr>
          </a:p>
          <a:p>
            <a:pPr indent="-304800" lvl="0" marL="571500" marR="0" rtl="0" algn="l">
              <a:lnSpc>
                <a:spcPct val="100000"/>
              </a:lnSpc>
              <a:spcBef>
                <a:spcPts val="0"/>
              </a:spcBef>
              <a:spcAft>
                <a:spcPts val="0"/>
              </a:spcAft>
              <a:buClr>
                <a:schemeClr val="dk1"/>
              </a:buClr>
              <a:buSzPts val="4200"/>
              <a:buFont typeface="Arial"/>
              <a:buNone/>
            </a:pPr>
            <a:r>
              <a:t/>
            </a:r>
            <a:endParaRPr b="1" i="0" sz="4200" u="none" cap="small" strike="noStrike">
              <a:solidFill>
                <a:schemeClr val="dk2"/>
              </a:solidFill>
              <a:latin typeface="Times New Roman"/>
              <a:ea typeface="Times New Roman"/>
              <a:cs typeface="Times New Roman"/>
              <a:sym typeface="Times New Roman"/>
            </a:endParaRPr>
          </a:p>
          <a:p>
            <a:pPr indent="-571500" lvl="0" marL="571500" marR="0" rtl="0" algn="l">
              <a:lnSpc>
                <a:spcPct val="100000"/>
              </a:lnSpc>
              <a:spcBef>
                <a:spcPts val="0"/>
              </a:spcBef>
              <a:spcAft>
                <a:spcPts val="0"/>
              </a:spcAft>
              <a:buClr>
                <a:schemeClr val="dk2"/>
              </a:buClr>
              <a:buSzPts val="4200"/>
              <a:buFont typeface="Courier New"/>
              <a:buChar char="o"/>
            </a:pPr>
            <a:r>
              <a:rPr b="1" lang="es-CL" sz="4200" cap="small">
                <a:solidFill>
                  <a:schemeClr val="dk2"/>
                </a:solidFill>
                <a:latin typeface="Times New Roman"/>
                <a:ea typeface="Times New Roman"/>
                <a:cs typeface="Times New Roman"/>
                <a:sym typeface="Times New Roman"/>
              </a:rPr>
              <a:t>Agustín Humberto Bornscheuer Guajardo</a:t>
            </a:r>
            <a:r>
              <a:rPr b="1" i="0" lang="es-CL" sz="4200" u="none" cap="small" strike="noStrike">
                <a:solidFill>
                  <a:schemeClr val="dk2"/>
                </a:solidFill>
                <a:latin typeface="Times New Roman"/>
                <a:ea typeface="Times New Roman"/>
                <a:cs typeface="Times New Roman"/>
                <a:sym typeface="Times New Roman"/>
              </a:rPr>
              <a:t> : </a:t>
            </a:r>
            <a:endParaRPr b="0" i="0" sz="1400" u="none" cap="none" strike="noStrike">
              <a:solidFill>
                <a:srgbClr val="000000"/>
              </a:solidFill>
              <a:latin typeface="Arial"/>
              <a:ea typeface="Arial"/>
              <a:cs typeface="Arial"/>
              <a:sym typeface="Arial"/>
            </a:endParaRPr>
          </a:p>
          <a:p>
            <a:pPr indent="-571500" lvl="5" marL="4653381" marR="0" rtl="0" algn="l">
              <a:lnSpc>
                <a:spcPct val="100000"/>
              </a:lnSpc>
              <a:spcBef>
                <a:spcPts val="0"/>
              </a:spcBef>
              <a:spcAft>
                <a:spcPts val="0"/>
              </a:spcAft>
              <a:buClr>
                <a:schemeClr val="dk1"/>
              </a:buClr>
              <a:buSzPts val="4200"/>
              <a:buFont typeface="Arial"/>
              <a:buChar char="•"/>
            </a:pPr>
            <a:r>
              <a:rPr b="1" i="0" lang="es-CL" sz="4200" u="none" cap="small" strike="noStrike">
                <a:solidFill>
                  <a:schemeClr val="dk1"/>
                </a:solidFill>
                <a:latin typeface="Times New Roman"/>
                <a:ea typeface="Times New Roman"/>
                <a:cs typeface="Times New Roman"/>
                <a:sym typeface="Times New Roman"/>
              </a:rPr>
              <a:t>Diseño Gráfico </a:t>
            </a:r>
            <a:endParaRPr b="0" i="0" sz="1400" u="none" cap="none" strike="noStrike">
              <a:solidFill>
                <a:srgbClr val="000000"/>
              </a:solidFill>
              <a:latin typeface="Arial"/>
              <a:ea typeface="Arial"/>
              <a:cs typeface="Arial"/>
              <a:sym typeface="Arial"/>
            </a:endParaRPr>
          </a:p>
          <a:p>
            <a:pPr indent="-304800" lvl="0" marL="571500" marR="0" rtl="0" algn="l">
              <a:lnSpc>
                <a:spcPct val="100000"/>
              </a:lnSpc>
              <a:spcBef>
                <a:spcPts val="0"/>
              </a:spcBef>
              <a:spcAft>
                <a:spcPts val="0"/>
              </a:spcAft>
              <a:buClr>
                <a:schemeClr val="dk1"/>
              </a:buClr>
              <a:buSzPts val="4200"/>
              <a:buFont typeface="Arial"/>
              <a:buNone/>
            </a:pPr>
            <a:r>
              <a:t/>
            </a:r>
            <a:endParaRPr b="1" i="0" sz="4200" u="none" cap="small" strike="noStrike">
              <a:solidFill>
                <a:schemeClr val="dk2"/>
              </a:solidFill>
              <a:latin typeface="Times New Roman"/>
              <a:ea typeface="Times New Roman"/>
              <a:cs typeface="Times New Roman"/>
              <a:sym typeface="Times New Roman"/>
            </a:endParaRPr>
          </a:p>
          <a:p>
            <a:pPr indent="-571500" lvl="0" marL="571500" marR="0" rtl="0" algn="l">
              <a:lnSpc>
                <a:spcPct val="100000"/>
              </a:lnSpc>
              <a:spcBef>
                <a:spcPts val="0"/>
              </a:spcBef>
              <a:spcAft>
                <a:spcPts val="0"/>
              </a:spcAft>
              <a:buClr>
                <a:schemeClr val="dk2"/>
              </a:buClr>
              <a:buSzPts val="4200"/>
              <a:buFont typeface="Courier New"/>
              <a:buChar char="o"/>
            </a:pPr>
            <a:r>
              <a:rPr b="1" lang="es-CL" sz="4200">
                <a:solidFill>
                  <a:srgbClr val="575F6D"/>
                </a:solidFill>
                <a:latin typeface="Times New Roman"/>
                <a:ea typeface="Times New Roman"/>
                <a:cs typeface="Times New Roman"/>
                <a:sym typeface="Times New Roman"/>
              </a:rPr>
              <a:t>Ignacio Andrés Pérez Flores</a:t>
            </a:r>
            <a:r>
              <a:rPr b="1" lang="es-CL" sz="4200" cap="small">
                <a:solidFill>
                  <a:schemeClr val="dk2"/>
                </a:solidFill>
                <a:latin typeface="Times New Roman"/>
                <a:ea typeface="Times New Roman"/>
                <a:cs typeface="Times New Roman"/>
                <a:sym typeface="Times New Roman"/>
              </a:rPr>
              <a:t>:</a:t>
            </a:r>
            <a:r>
              <a:rPr b="1" i="0" lang="es-CL" sz="4200" u="none" cap="small" strike="noStrike">
                <a:solidFill>
                  <a:schemeClr val="dk2"/>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571500" lvl="5" marL="4653381" marR="0" rtl="0" algn="l">
              <a:lnSpc>
                <a:spcPct val="100000"/>
              </a:lnSpc>
              <a:spcBef>
                <a:spcPts val="0"/>
              </a:spcBef>
              <a:spcAft>
                <a:spcPts val="0"/>
              </a:spcAft>
              <a:buClr>
                <a:schemeClr val="dk1"/>
              </a:buClr>
              <a:buSzPts val="4200"/>
              <a:buFont typeface="Arial"/>
              <a:buChar char="•"/>
            </a:pPr>
            <a:r>
              <a:rPr b="1" i="0" lang="es-CL" sz="4200" u="none" cap="small" strike="noStrike">
                <a:solidFill>
                  <a:schemeClr val="dk1"/>
                </a:solidFill>
                <a:latin typeface="Times New Roman"/>
                <a:ea typeface="Times New Roman"/>
                <a:cs typeface="Times New Roman"/>
                <a:sym typeface="Times New Roman"/>
              </a:rPr>
              <a:t>Desarrollo PHP y SQL</a:t>
            </a:r>
            <a:endParaRPr b="0" i="0" sz="1400" u="none" cap="none" strike="noStrike">
              <a:solidFill>
                <a:srgbClr val="000000"/>
              </a:solidFill>
              <a:latin typeface="Arial"/>
              <a:ea typeface="Arial"/>
              <a:cs typeface="Arial"/>
              <a:sym typeface="Arial"/>
            </a:endParaRPr>
          </a:p>
          <a:p>
            <a:pPr indent="-304800" lvl="0" marL="571500" marR="0" rtl="0" algn="l">
              <a:lnSpc>
                <a:spcPct val="100000"/>
              </a:lnSpc>
              <a:spcBef>
                <a:spcPts val="0"/>
              </a:spcBef>
              <a:spcAft>
                <a:spcPts val="0"/>
              </a:spcAft>
              <a:buClr>
                <a:schemeClr val="dk1"/>
              </a:buClr>
              <a:buSzPts val="4200"/>
              <a:buFont typeface="Arial"/>
              <a:buNone/>
            </a:pPr>
            <a:r>
              <a:t/>
            </a:r>
            <a:endParaRPr b="1" i="0" sz="4200" u="none" cap="small" strike="noStrike">
              <a:solidFill>
                <a:schemeClr val="dk2"/>
              </a:solidFill>
              <a:latin typeface="Times New Roman"/>
              <a:ea typeface="Times New Roman"/>
              <a:cs typeface="Times New Roman"/>
              <a:sym typeface="Times New Roman"/>
            </a:endParaRPr>
          </a:p>
          <a:p>
            <a:pPr indent="-571500" lvl="0" marL="571500" marR="0" rtl="0" algn="l">
              <a:lnSpc>
                <a:spcPct val="100000"/>
              </a:lnSpc>
              <a:spcBef>
                <a:spcPts val="0"/>
              </a:spcBef>
              <a:spcAft>
                <a:spcPts val="0"/>
              </a:spcAft>
              <a:buClr>
                <a:schemeClr val="dk2"/>
              </a:buClr>
              <a:buSzPts val="4200"/>
              <a:buFont typeface="Courier New"/>
              <a:buChar char="o"/>
            </a:pPr>
            <a:r>
              <a:rPr b="1" i="0" lang="es-CL" sz="4200" u="none" cap="small" strike="noStrike">
                <a:solidFill>
                  <a:schemeClr val="dk2"/>
                </a:solidFill>
                <a:latin typeface="Times New Roman"/>
                <a:ea typeface="Times New Roman"/>
                <a:cs typeface="Times New Roman"/>
                <a:sym typeface="Times New Roman"/>
              </a:rPr>
              <a:t>Jen Pierr Cieza Días:</a:t>
            </a:r>
            <a:endParaRPr b="0" i="0" sz="1400" u="none" cap="none" strike="noStrike">
              <a:solidFill>
                <a:srgbClr val="000000"/>
              </a:solidFill>
              <a:latin typeface="Arial"/>
              <a:ea typeface="Arial"/>
              <a:cs typeface="Arial"/>
              <a:sym typeface="Arial"/>
            </a:endParaRPr>
          </a:p>
          <a:p>
            <a:pPr indent="-571500" lvl="5" marL="4653381" marR="0" rtl="0" algn="l">
              <a:lnSpc>
                <a:spcPct val="100000"/>
              </a:lnSpc>
              <a:spcBef>
                <a:spcPts val="0"/>
              </a:spcBef>
              <a:spcAft>
                <a:spcPts val="0"/>
              </a:spcAft>
              <a:buClr>
                <a:schemeClr val="dk1"/>
              </a:buClr>
              <a:buSzPts val="4200"/>
              <a:buFont typeface="Arial"/>
              <a:buChar char="•"/>
            </a:pPr>
            <a:r>
              <a:rPr b="1" i="0" lang="es-CL" sz="4200" u="none" cap="small" strike="noStrike">
                <a:solidFill>
                  <a:schemeClr val="dk1"/>
                </a:solidFill>
                <a:latin typeface="Times New Roman"/>
                <a:ea typeface="Times New Roman"/>
                <a:cs typeface="Times New Roman"/>
                <a:sym typeface="Times New Roman"/>
              </a:rPr>
              <a:t>Desarrollo PHP y Gestión Base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74fbc8c0f7_0_162"/>
          <p:cNvSpPr txBox="1"/>
          <p:nvPr>
            <p:ph type="title"/>
          </p:nvPr>
        </p:nvSpPr>
        <p:spPr>
          <a:xfrm>
            <a:off x="914400" y="1099993"/>
            <a:ext cx="14935201" cy="102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800"/>
              <a:buNone/>
            </a:pPr>
            <a:r>
              <a:rPr lang="es-CL" sz="4200"/>
              <a:t>Propósito del Cliente</a:t>
            </a:r>
            <a:endParaRPr sz="4200"/>
          </a:p>
        </p:txBody>
      </p:sp>
      <p:sp>
        <p:nvSpPr>
          <p:cNvPr id="163" name="Google Shape;163;g74fbc8c0f7_0_162"/>
          <p:cNvSpPr txBox="1"/>
          <p:nvPr>
            <p:ph idx="1" type="body"/>
          </p:nvPr>
        </p:nvSpPr>
        <p:spPr>
          <a:xfrm>
            <a:off x="914400" y="3046126"/>
            <a:ext cx="14935201" cy="6017100"/>
          </a:xfrm>
          <a:prstGeom prst="rect">
            <a:avLst/>
          </a:prstGeom>
          <a:noFill/>
          <a:ln>
            <a:noFill/>
          </a:ln>
        </p:spPr>
        <p:txBody>
          <a:bodyPr anchorCtr="0" anchor="t" bIns="45700" lIns="91425" spcFirstLastPara="1" rIns="91425" wrap="square" tIns="45700">
            <a:noAutofit/>
          </a:bodyPr>
          <a:lstStyle/>
          <a:p>
            <a:pPr indent="45774" lvl="0" marL="868625" rtl="0" algn="l">
              <a:lnSpc>
                <a:spcPct val="100000"/>
              </a:lnSpc>
              <a:spcBef>
                <a:spcPts val="900"/>
              </a:spcBef>
              <a:spcAft>
                <a:spcPts val="0"/>
              </a:spcAft>
              <a:buSzPts val="1260"/>
              <a:buNone/>
            </a:pPr>
            <a:r>
              <a:t/>
            </a:r>
            <a:endParaRPr sz="2800">
              <a:latin typeface="Times New Roman"/>
              <a:ea typeface="Times New Roman"/>
              <a:cs typeface="Times New Roman"/>
              <a:sym typeface="Times New Roman"/>
            </a:endParaRPr>
          </a:p>
          <a:p>
            <a:pPr indent="45772" lvl="0" marL="868625" rtl="0" algn="l">
              <a:lnSpc>
                <a:spcPct val="100000"/>
              </a:lnSpc>
              <a:spcBef>
                <a:spcPts val="900"/>
              </a:spcBef>
              <a:spcAft>
                <a:spcPts val="0"/>
              </a:spcAft>
              <a:buSzPts val="1260"/>
              <a:buNone/>
            </a:pPr>
            <a:r>
              <a:t/>
            </a:r>
            <a:endParaRPr sz="2800">
              <a:latin typeface="Times New Roman"/>
              <a:ea typeface="Times New Roman"/>
              <a:cs typeface="Times New Roman"/>
              <a:sym typeface="Times New Roman"/>
            </a:endParaRPr>
          </a:p>
          <a:p>
            <a:pPr indent="-62230" lvl="0" marL="62230" marR="476250" rtl="0" algn="ctr">
              <a:lnSpc>
                <a:spcPct val="150000"/>
              </a:lnSpc>
              <a:spcBef>
                <a:spcPts val="300"/>
              </a:spcBef>
              <a:spcAft>
                <a:spcPts val="0"/>
              </a:spcAft>
              <a:buClr>
                <a:schemeClr val="dk1"/>
              </a:buClr>
              <a:buSzPts val="1100"/>
              <a:buFont typeface="Arial"/>
              <a:buNone/>
            </a:pPr>
            <a:r>
              <a:t/>
            </a:r>
            <a:endParaRPr sz="2800">
              <a:latin typeface="Times New Roman"/>
              <a:ea typeface="Times New Roman"/>
              <a:cs typeface="Times New Roman"/>
              <a:sym typeface="Times New Roman"/>
            </a:endParaRPr>
          </a:p>
          <a:p>
            <a:pPr indent="-62230" lvl="0" marL="62230" marR="476250" rtl="0" algn="ctr">
              <a:lnSpc>
                <a:spcPct val="150000"/>
              </a:lnSpc>
              <a:spcBef>
                <a:spcPts val="300"/>
              </a:spcBef>
              <a:spcAft>
                <a:spcPts val="0"/>
              </a:spcAft>
              <a:buClr>
                <a:schemeClr val="dk1"/>
              </a:buClr>
              <a:buSzPts val="1100"/>
              <a:buFont typeface="Arial"/>
              <a:buNone/>
            </a:pPr>
            <a:r>
              <a:rPr lang="es-CL" sz="2800">
                <a:latin typeface="Times New Roman"/>
                <a:ea typeface="Times New Roman"/>
                <a:cs typeface="Times New Roman"/>
                <a:sym typeface="Times New Roman"/>
              </a:rPr>
              <a:t>El cliente posee un restobar el cual presenta pérdidas registradas desde su apertura por merma de productos (específicamente por venta fuera de registro por parte de los garzones). Por lo cual toma la determinación de crear un sistema adaptado a sus requerimientos para tener un control de ingreso y salida de su mercadería. </a:t>
            </a:r>
            <a:endParaRPr sz="2800">
              <a:latin typeface="Times New Roman"/>
              <a:ea typeface="Times New Roman"/>
              <a:cs typeface="Times New Roman"/>
              <a:sym typeface="Times New Roman"/>
            </a:endParaRPr>
          </a:p>
          <a:p>
            <a:pPr indent="45774" lvl="0" marL="868625" rtl="0" algn="l">
              <a:lnSpc>
                <a:spcPct val="100000"/>
              </a:lnSpc>
              <a:spcBef>
                <a:spcPts val="900"/>
              </a:spcBef>
              <a:spcAft>
                <a:spcPts val="0"/>
              </a:spcAft>
              <a:buSzPts val="1260"/>
              <a:buNone/>
            </a:pPr>
            <a:r>
              <a:t/>
            </a:r>
            <a:endParaRPr sz="2800">
              <a:latin typeface="Times New Roman"/>
              <a:ea typeface="Times New Roman"/>
              <a:cs typeface="Times New Roman"/>
              <a:sym typeface="Times New Roman"/>
            </a:endParaRPr>
          </a:p>
          <a:p>
            <a:pPr indent="0" lvl="0" marL="0" rtl="0" algn="l">
              <a:lnSpc>
                <a:spcPct val="100000"/>
              </a:lnSpc>
              <a:spcBef>
                <a:spcPts val="900"/>
              </a:spcBef>
              <a:spcAft>
                <a:spcPts val="0"/>
              </a:spcAft>
              <a:buSzPts val="1260"/>
              <a:buNone/>
            </a:pPr>
            <a:r>
              <a:t/>
            </a:r>
            <a:endParaRPr/>
          </a:p>
        </p:txBody>
      </p:sp>
      <p:pic>
        <p:nvPicPr>
          <p:cNvPr id="164" name="Google Shape;164;g74fbc8c0f7_0_162"/>
          <p:cNvPicPr preferRelativeResize="0"/>
          <p:nvPr/>
        </p:nvPicPr>
        <p:blipFill>
          <a:blip r:embed="rId3">
            <a:alphaModFix/>
          </a:blip>
          <a:stretch>
            <a:fillRect/>
          </a:stretch>
        </p:blipFill>
        <p:spPr>
          <a:xfrm>
            <a:off x="11738700" y="1100000"/>
            <a:ext cx="4286250" cy="314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grpSp>
        <p:nvGrpSpPr>
          <p:cNvPr id="169" name="Google Shape;169;g74fbc8c0f7_0_13"/>
          <p:cNvGrpSpPr/>
          <p:nvPr/>
        </p:nvGrpSpPr>
        <p:grpSpPr>
          <a:xfrm>
            <a:off x="3095328" y="2682206"/>
            <a:ext cx="11199600" cy="7177633"/>
            <a:chOff x="0" y="131788"/>
            <a:chExt cx="11199600" cy="7177633"/>
          </a:xfrm>
        </p:grpSpPr>
        <p:sp>
          <p:nvSpPr>
            <p:cNvPr id="170" name="Google Shape;170;g74fbc8c0f7_0_13"/>
            <p:cNvSpPr/>
            <p:nvPr/>
          </p:nvSpPr>
          <p:spPr>
            <a:xfrm>
              <a:off x="0" y="131788"/>
              <a:ext cx="11199600" cy="543300"/>
            </a:xfrm>
            <a:prstGeom prst="roundRect">
              <a:avLst>
                <a:gd fmla="val 16667" name="adj"/>
              </a:avLst>
            </a:prstGeom>
            <a:solidFill>
              <a:srgbClr val="FD853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74fbc8c0f7_0_13"/>
            <p:cNvSpPr txBox="1"/>
            <p:nvPr/>
          </p:nvSpPr>
          <p:spPr>
            <a:xfrm>
              <a:off x="26529" y="158317"/>
              <a:ext cx="11146500" cy="490500"/>
            </a:xfrm>
            <a:prstGeom prst="rect">
              <a:avLst/>
            </a:prstGeom>
            <a:noFill/>
            <a:ln>
              <a:noFill/>
            </a:ln>
          </p:spPr>
          <p:txBody>
            <a:bodyPr anchorCtr="0" anchor="ctr" bIns="152400" lIns="152400" spcFirstLastPara="1" rIns="152400" wrap="square" tIns="152400">
              <a:noAutofit/>
            </a:bodyPr>
            <a:lstStyle/>
            <a:p>
              <a:pPr indent="0" lvl="0" marL="0" marR="0" rtl="0" algn="l">
                <a:lnSpc>
                  <a:spcPct val="90000"/>
                </a:lnSpc>
                <a:spcBef>
                  <a:spcPts val="0"/>
                </a:spcBef>
                <a:spcAft>
                  <a:spcPts val="0"/>
                </a:spcAft>
                <a:buClr>
                  <a:srgbClr val="000000"/>
                </a:buClr>
                <a:buSzPts val="4000"/>
                <a:buFont typeface="Arial"/>
                <a:buNone/>
              </a:pPr>
              <a:r>
                <a:rPr b="0" i="0" lang="es-CL" sz="4000" u="none" cap="none" strike="noStrike">
                  <a:solidFill>
                    <a:schemeClr val="lt1"/>
                  </a:solidFill>
                  <a:latin typeface="Times New Roman"/>
                  <a:ea typeface="Times New Roman"/>
                  <a:cs typeface="Times New Roman"/>
                  <a:sym typeface="Times New Roman"/>
                </a:rPr>
                <a:t>General</a:t>
              </a:r>
              <a:endParaRPr b="0" i="0" sz="4000" u="none" cap="none" strike="noStrike">
                <a:solidFill>
                  <a:schemeClr val="lt1"/>
                </a:solidFill>
                <a:latin typeface="Times New Roman"/>
                <a:ea typeface="Times New Roman"/>
                <a:cs typeface="Times New Roman"/>
                <a:sym typeface="Times New Roman"/>
              </a:endParaRPr>
            </a:p>
          </p:txBody>
        </p:sp>
        <p:sp>
          <p:nvSpPr>
            <p:cNvPr id="172" name="Google Shape;172;g74fbc8c0f7_0_13"/>
            <p:cNvSpPr/>
            <p:nvPr/>
          </p:nvSpPr>
          <p:spPr>
            <a:xfrm>
              <a:off x="0" y="645894"/>
              <a:ext cx="11199600" cy="944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74fbc8c0f7_0_13"/>
            <p:cNvSpPr txBox="1"/>
            <p:nvPr/>
          </p:nvSpPr>
          <p:spPr>
            <a:xfrm>
              <a:off x="0" y="645894"/>
              <a:ext cx="11199600" cy="944400"/>
            </a:xfrm>
            <a:prstGeom prst="rect">
              <a:avLst/>
            </a:prstGeom>
            <a:noFill/>
            <a:ln>
              <a:noFill/>
            </a:ln>
          </p:spPr>
          <p:txBody>
            <a:bodyPr anchorCtr="0" anchor="t" bIns="30475" lIns="355575" spcFirstLastPara="1" rIns="170675" wrap="square" tIns="30475">
              <a:noAutofit/>
            </a:bodyPr>
            <a:lstStyle/>
            <a:p>
              <a:pPr indent="-228600" lvl="1" marL="228600" marR="0" rtl="0" algn="just">
                <a:lnSpc>
                  <a:spcPct val="90000"/>
                </a:lnSpc>
                <a:spcBef>
                  <a:spcPts val="0"/>
                </a:spcBef>
                <a:spcAft>
                  <a:spcPts val="0"/>
                </a:spcAft>
                <a:buClr>
                  <a:schemeClr val="dk1"/>
                </a:buClr>
                <a:buSzPts val="2400"/>
                <a:buFont typeface="Times New Roman"/>
                <a:buChar char="•"/>
              </a:pPr>
              <a:r>
                <a:rPr b="0" i="0" lang="es-CL" sz="2400" u="none" cap="none" strike="noStrike">
                  <a:solidFill>
                    <a:schemeClr val="dk1"/>
                  </a:solidFill>
                  <a:latin typeface="Times New Roman"/>
                  <a:ea typeface="Times New Roman"/>
                  <a:cs typeface="Times New Roman"/>
                  <a:sym typeface="Times New Roman"/>
                </a:rPr>
                <a:t>Desarrollar un software </a:t>
              </a:r>
              <a:r>
                <a:rPr lang="es-CL" sz="2400">
                  <a:solidFill>
                    <a:schemeClr val="dk1"/>
                  </a:solidFill>
                  <a:latin typeface="Times New Roman"/>
                  <a:ea typeface="Times New Roman"/>
                  <a:cs typeface="Times New Roman"/>
                  <a:sym typeface="Times New Roman"/>
                </a:rPr>
                <a:t>MVC (Modelo Vista Controlador)</a:t>
              </a:r>
              <a:r>
                <a:rPr b="0" i="0" lang="es-CL" sz="2400" u="none" cap="none" strike="noStrike">
                  <a:solidFill>
                    <a:schemeClr val="dk1"/>
                  </a:solidFill>
                  <a:latin typeface="Times New Roman"/>
                  <a:ea typeface="Times New Roman"/>
                  <a:cs typeface="Times New Roman"/>
                  <a:sym typeface="Times New Roman"/>
                </a:rPr>
                <a:t> que permita </a:t>
              </a:r>
              <a:r>
                <a:rPr lang="es-CL" sz="2400">
                  <a:solidFill>
                    <a:schemeClr val="dk1"/>
                  </a:solidFill>
                  <a:latin typeface="Times New Roman"/>
                  <a:ea typeface="Times New Roman"/>
                  <a:cs typeface="Times New Roman"/>
                  <a:sym typeface="Times New Roman"/>
                </a:rPr>
                <a:t>gestionar</a:t>
              </a:r>
              <a:r>
                <a:rPr b="0" i="0" lang="es-CL" sz="2400" u="none" cap="none" strike="noStrike">
                  <a:solidFill>
                    <a:schemeClr val="dk1"/>
                  </a:solidFill>
                  <a:latin typeface="Times New Roman"/>
                  <a:ea typeface="Times New Roman"/>
                  <a:cs typeface="Times New Roman"/>
                  <a:sym typeface="Times New Roman"/>
                </a:rPr>
                <a:t> </a:t>
              </a:r>
              <a:r>
                <a:rPr lang="es-CL" sz="2400">
                  <a:solidFill>
                    <a:schemeClr val="dk1"/>
                  </a:solidFill>
                  <a:latin typeface="Times New Roman"/>
                  <a:ea typeface="Times New Roman"/>
                  <a:cs typeface="Times New Roman"/>
                  <a:sym typeface="Times New Roman"/>
                </a:rPr>
                <a:t>y monitorear ventas y garzones</a:t>
              </a:r>
              <a:r>
                <a:rPr b="0" i="0" lang="es-CL" sz="2400" u="none" cap="none" strike="noStrike">
                  <a:solidFill>
                    <a:schemeClr val="dk1"/>
                  </a:solidFill>
                  <a:latin typeface="Times New Roman"/>
                  <a:ea typeface="Times New Roman"/>
                  <a:cs typeface="Times New Roman"/>
                  <a:sym typeface="Times New Roman"/>
                </a:rPr>
                <a:t> de la empresa “Restobar X”</a:t>
              </a:r>
              <a:endParaRPr b="0" i="0" sz="2400" u="none" cap="none" strike="noStrike">
                <a:solidFill>
                  <a:schemeClr val="dk1"/>
                </a:solidFill>
                <a:latin typeface="Times New Roman"/>
                <a:ea typeface="Times New Roman"/>
                <a:cs typeface="Times New Roman"/>
                <a:sym typeface="Times New Roman"/>
              </a:endParaRPr>
            </a:p>
          </p:txBody>
        </p:sp>
        <p:sp>
          <p:nvSpPr>
            <p:cNvPr id="174" name="Google Shape;174;g74fbc8c0f7_0_13"/>
            <p:cNvSpPr/>
            <p:nvPr/>
          </p:nvSpPr>
          <p:spPr>
            <a:xfrm>
              <a:off x="76566" y="1766049"/>
              <a:ext cx="11046600" cy="669300"/>
            </a:xfrm>
            <a:prstGeom prst="roundRect">
              <a:avLst>
                <a:gd fmla="val 16667" name="adj"/>
              </a:avLst>
            </a:prstGeom>
            <a:solidFill>
              <a:srgbClr val="FD853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74fbc8c0f7_0_13"/>
            <p:cNvSpPr txBox="1"/>
            <p:nvPr/>
          </p:nvSpPr>
          <p:spPr>
            <a:xfrm>
              <a:off x="109241" y="1798724"/>
              <a:ext cx="10981200" cy="603900"/>
            </a:xfrm>
            <a:prstGeom prst="rect">
              <a:avLst/>
            </a:prstGeom>
            <a:noFill/>
            <a:ln>
              <a:noFill/>
            </a:ln>
          </p:spPr>
          <p:txBody>
            <a:bodyPr anchorCtr="0" anchor="ctr" bIns="152400" lIns="152400" spcFirstLastPara="1" rIns="152400" wrap="square" tIns="152400">
              <a:noAutofit/>
            </a:bodyPr>
            <a:lstStyle/>
            <a:p>
              <a:pPr indent="0" lvl="0" marL="0" marR="0" rtl="0" algn="l">
                <a:lnSpc>
                  <a:spcPct val="90000"/>
                </a:lnSpc>
                <a:spcBef>
                  <a:spcPts val="0"/>
                </a:spcBef>
                <a:spcAft>
                  <a:spcPts val="0"/>
                </a:spcAft>
                <a:buClr>
                  <a:srgbClr val="000000"/>
                </a:buClr>
                <a:buSzPts val="4000"/>
                <a:buFont typeface="Arial"/>
                <a:buNone/>
              </a:pPr>
              <a:r>
                <a:rPr b="0" i="0" lang="es-CL" sz="4000" u="none" cap="none" strike="noStrike">
                  <a:solidFill>
                    <a:schemeClr val="lt1"/>
                  </a:solidFill>
                  <a:latin typeface="Times New Roman"/>
                  <a:ea typeface="Times New Roman"/>
                  <a:cs typeface="Times New Roman"/>
                  <a:sym typeface="Times New Roman"/>
                </a:rPr>
                <a:t>Específico</a:t>
              </a:r>
              <a:endParaRPr b="0" i="0" sz="4000" u="none" cap="none" strike="noStrike">
                <a:solidFill>
                  <a:schemeClr val="lt1"/>
                </a:solidFill>
                <a:latin typeface="Times New Roman"/>
                <a:ea typeface="Times New Roman"/>
                <a:cs typeface="Times New Roman"/>
                <a:sym typeface="Times New Roman"/>
              </a:endParaRPr>
            </a:p>
          </p:txBody>
        </p:sp>
        <p:sp>
          <p:nvSpPr>
            <p:cNvPr id="176" name="Google Shape;176;g74fbc8c0f7_0_13"/>
            <p:cNvSpPr/>
            <p:nvPr/>
          </p:nvSpPr>
          <p:spPr>
            <a:xfrm>
              <a:off x="0" y="2453921"/>
              <a:ext cx="11199600" cy="4855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g74fbc8c0f7_0_13"/>
            <p:cNvSpPr txBox="1"/>
            <p:nvPr/>
          </p:nvSpPr>
          <p:spPr>
            <a:xfrm>
              <a:off x="0" y="2453921"/>
              <a:ext cx="11199600" cy="4855500"/>
            </a:xfrm>
            <a:prstGeom prst="rect">
              <a:avLst/>
            </a:prstGeom>
            <a:noFill/>
            <a:ln>
              <a:noFill/>
            </a:ln>
          </p:spPr>
          <p:txBody>
            <a:bodyPr anchorCtr="0" anchor="t" bIns="30475" lIns="355575" spcFirstLastPara="1" rIns="170675" wrap="square" tIns="30475">
              <a:noAutofit/>
            </a:bodyPr>
            <a:lstStyle/>
            <a:p>
              <a:pPr indent="-228600" lvl="1" marL="228600" marR="0" rtl="0" algn="just">
                <a:lnSpc>
                  <a:spcPct val="90000"/>
                </a:lnSpc>
                <a:spcBef>
                  <a:spcPts val="0"/>
                </a:spcBef>
                <a:spcAft>
                  <a:spcPts val="0"/>
                </a:spcAft>
                <a:buClr>
                  <a:schemeClr val="dk1"/>
                </a:buClr>
                <a:buSzPts val="2400"/>
                <a:buFont typeface="Times New Roman"/>
                <a:buChar char="•"/>
              </a:pPr>
              <a:r>
                <a:rPr b="0" i="0" lang="es-CL" sz="2400" u="none" cap="none" strike="noStrike">
                  <a:solidFill>
                    <a:schemeClr val="dk1"/>
                  </a:solidFill>
                  <a:latin typeface="Times New Roman"/>
                  <a:ea typeface="Times New Roman"/>
                  <a:cs typeface="Times New Roman"/>
                  <a:sym typeface="Times New Roman"/>
                </a:rPr>
                <a:t>Desarrollar módulos del sistema que </a:t>
              </a:r>
              <a:r>
                <a:rPr lang="es-CL" sz="2400">
                  <a:solidFill>
                    <a:schemeClr val="dk1"/>
                  </a:solidFill>
                  <a:latin typeface="Times New Roman"/>
                  <a:ea typeface="Times New Roman"/>
                  <a:cs typeface="Times New Roman"/>
                  <a:sym typeface="Times New Roman"/>
                </a:rPr>
                <a:t>permitan gestionar</a:t>
              </a:r>
              <a:r>
                <a:rPr b="0" i="0" lang="es-CL" sz="2400" u="none" cap="none" strike="noStrike">
                  <a:solidFill>
                    <a:schemeClr val="dk1"/>
                  </a:solidFill>
                  <a:latin typeface="Times New Roman"/>
                  <a:ea typeface="Times New Roman"/>
                  <a:cs typeface="Times New Roman"/>
                  <a:sym typeface="Times New Roman"/>
                </a:rPr>
                <a:t> los procedimientos de  venta de la empresa “ Restobar X” </a:t>
              </a:r>
              <a:endParaRPr b="0" i="0" sz="2400" u="none" cap="none" strike="noStrike">
                <a:solidFill>
                  <a:schemeClr val="dk1"/>
                </a:solidFill>
                <a:latin typeface="Times New Roman"/>
                <a:ea typeface="Times New Roman"/>
                <a:cs typeface="Times New Roman"/>
                <a:sym typeface="Times New Roman"/>
              </a:endParaRPr>
            </a:p>
            <a:p>
              <a:pPr indent="0" lvl="0" marL="914400" marR="0" rtl="0" algn="just">
                <a:lnSpc>
                  <a:spcPct val="9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228600" lvl="1" marL="228600" marR="0" rtl="0" algn="just">
                <a:lnSpc>
                  <a:spcPct val="90000"/>
                </a:lnSpc>
                <a:spcBef>
                  <a:spcPts val="480"/>
                </a:spcBef>
                <a:spcAft>
                  <a:spcPts val="0"/>
                </a:spcAft>
                <a:buClr>
                  <a:schemeClr val="dk1"/>
                </a:buClr>
                <a:buSzPts val="2400"/>
                <a:buFont typeface="Times New Roman"/>
                <a:buChar char="•"/>
              </a:pPr>
              <a:r>
                <a:rPr b="0" i="0" lang="es-CL" sz="2400" u="none" cap="none" strike="noStrike">
                  <a:solidFill>
                    <a:schemeClr val="dk1"/>
                  </a:solidFill>
                  <a:latin typeface="Times New Roman"/>
                  <a:ea typeface="Times New Roman"/>
                  <a:cs typeface="Times New Roman"/>
                  <a:sym typeface="Times New Roman"/>
                </a:rPr>
                <a:t>Implementar un panel de control de permisos de acceso para tipos de usuario que mejoren la seguridad de la información.</a:t>
              </a:r>
              <a:endParaRPr b="0" i="0" sz="2400" u="none" cap="none" strike="noStrike">
                <a:solidFill>
                  <a:schemeClr val="dk1"/>
                </a:solidFill>
                <a:latin typeface="Times New Roman"/>
                <a:ea typeface="Times New Roman"/>
                <a:cs typeface="Times New Roman"/>
                <a:sym typeface="Times New Roman"/>
              </a:endParaRPr>
            </a:p>
            <a:p>
              <a:pPr indent="0" lvl="0" marL="914400" marR="0" rtl="0" algn="just">
                <a:lnSpc>
                  <a:spcPct val="90000"/>
                </a:lnSpc>
                <a:spcBef>
                  <a:spcPts val="480"/>
                </a:spcBef>
                <a:spcAft>
                  <a:spcPts val="0"/>
                </a:spcAft>
                <a:buNone/>
              </a:pPr>
              <a:r>
                <a:t/>
              </a:r>
              <a:endParaRPr sz="2400">
                <a:solidFill>
                  <a:schemeClr val="dk1"/>
                </a:solidFill>
                <a:latin typeface="Times New Roman"/>
                <a:ea typeface="Times New Roman"/>
                <a:cs typeface="Times New Roman"/>
                <a:sym typeface="Times New Roman"/>
              </a:endParaRPr>
            </a:p>
            <a:p>
              <a:pPr indent="-228600" lvl="1" marL="228600" marR="0" rtl="0" algn="just">
                <a:lnSpc>
                  <a:spcPct val="90000"/>
                </a:lnSpc>
                <a:spcBef>
                  <a:spcPts val="480"/>
                </a:spcBef>
                <a:spcAft>
                  <a:spcPts val="0"/>
                </a:spcAft>
                <a:buClr>
                  <a:schemeClr val="dk1"/>
                </a:buClr>
                <a:buSzPts val="2400"/>
                <a:buFont typeface="Times New Roman"/>
                <a:buChar char="•"/>
              </a:pPr>
              <a:r>
                <a:rPr b="0" i="0" lang="es-CL" sz="2400" u="none" cap="none" strike="noStrike">
                  <a:solidFill>
                    <a:schemeClr val="dk1"/>
                  </a:solidFill>
                  <a:latin typeface="Times New Roman"/>
                  <a:ea typeface="Times New Roman"/>
                  <a:cs typeface="Times New Roman"/>
                  <a:sym typeface="Times New Roman"/>
                </a:rPr>
                <a:t>Implementar una base de datos que permita registrar la información del sistema de gestión.</a:t>
              </a:r>
              <a:endParaRPr b="0" i="0" sz="2400" u="none" cap="none" strike="noStrike">
                <a:solidFill>
                  <a:schemeClr val="dk1"/>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chemeClr val="dk1"/>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chemeClr val="dk1"/>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chemeClr val="dk1"/>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p:txBody>
        </p:sp>
      </p:grpSp>
      <p:sp>
        <p:nvSpPr>
          <p:cNvPr id="178" name="Google Shape;178;g74fbc8c0f7_0_13"/>
          <p:cNvSpPr txBox="1"/>
          <p:nvPr>
            <p:ph type="title"/>
          </p:nvPr>
        </p:nvSpPr>
        <p:spPr>
          <a:xfrm>
            <a:off x="914400" y="1099993"/>
            <a:ext cx="14935201" cy="102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4200"/>
              <a:buFont typeface="Times New Roman"/>
              <a:buNone/>
            </a:pPr>
            <a:r>
              <a:rPr b="1" lang="es-CL" sz="4200">
                <a:latin typeface="Times New Roman"/>
                <a:ea typeface="Times New Roman"/>
                <a:cs typeface="Times New Roman"/>
                <a:sym typeface="Times New Roman"/>
              </a:rPr>
              <a:t>objetivos</a:t>
            </a:r>
            <a:endParaRPr/>
          </a:p>
        </p:txBody>
      </p:sp>
      <p:pic>
        <p:nvPicPr>
          <p:cNvPr id="179" name="Google Shape;179;g74fbc8c0f7_0_13"/>
          <p:cNvPicPr preferRelativeResize="0"/>
          <p:nvPr/>
        </p:nvPicPr>
        <p:blipFill>
          <a:blip r:embed="rId3">
            <a:alphaModFix/>
          </a:blip>
          <a:stretch>
            <a:fillRect/>
          </a:stretch>
        </p:blipFill>
        <p:spPr>
          <a:xfrm>
            <a:off x="10929075" y="443175"/>
            <a:ext cx="3365850" cy="2009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grpSp>
        <p:nvGrpSpPr>
          <p:cNvPr id="184" name="Google Shape;184;p7"/>
          <p:cNvGrpSpPr/>
          <p:nvPr/>
        </p:nvGrpSpPr>
        <p:grpSpPr>
          <a:xfrm>
            <a:off x="3095328" y="2707911"/>
            <a:ext cx="11199671" cy="7151815"/>
            <a:chOff x="0" y="157493"/>
            <a:chExt cx="11199671" cy="7151815"/>
          </a:xfrm>
        </p:grpSpPr>
        <p:sp>
          <p:nvSpPr>
            <p:cNvPr id="185" name="Google Shape;185;p7"/>
            <p:cNvSpPr/>
            <p:nvPr/>
          </p:nvSpPr>
          <p:spPr>
            <a:xfrm>
              <a:off x="0" y="157493"/>
              <a:ext cx="11199671" cy="668744"/>
            </a:xfrm>
            <a:prstGeom prst="roundRect">
              <a:avLst>
                <a:gd fmla="val 16667" name="adj"/>
              </a:avLst>
            </a:prstGeom>
            <a:solidFill>
              <a:srgbClr val="FD853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7"/>
            <p:cNvSpPr txBox="1"/>
            <p:nvPr/>
          </p:nvSpPr>
          <p:spPr>
            <a:xfrm>
              <a:off x="32645" y="190138"/>
              <a:ext cx="11134381" cy="603454"/>
            </a:xfrm>
            <a:prstGeom prst="rect">
              <a:avLst/>
            </a:prstGeom>
            <a:noFill/>
            <a:ln>
              <a:noFill/>
            </a:ln>
          </p:spPr>
          <p:txBody>
            <a:bodyPr anchorCtr="0" anchor="ctr" bIns="152400" lIns="152400" spcFirstLastPara="1" rIns="152400" wrap="square" tIns="152400">
              <a:noAutofit/>
            </a:bodyPr>
            <a:lstStyle/>
            <a:p>
              <a:pPr indent="0" lvl="0" marL="0" marR="0" rtl="0" algn="l">
                <a:lnSpc>
                  <a:spcPct val="90000"/>
                </a:lnSpc>
                <a:spcBef>
                  <a:spcPts val="0"/>
                </a:spcBef>
                <a:spcAft>
                  <a:spcPts val="0"/>
                </a:spcAft>
                <a:buClr>
                  <a:schemeClr val="lt1"/>
                </a:buClr>
                <a:buSzPts val="4000"/>
                <a:buFont typeface="Times New Roman"/>
                <a:buNone/>
              </a:pPr>
              <a:r>
                <a:rPr b="0" i="0" lang="es-CL" sz="4000" u="none" cap="none" strike="noStrike">
                  <a:solidFill>
                    <a:schemeClr val="lt1"/>
                  </a:solidFill>
                  <a:latin typeface="Times New Roman"/>
                  <a:ea typeface="Times New Roman"/>
                  <a:cs typeface="Times New Roman"/>
                  <a:sym typeface="Times New Roman"/>
                </a:rPr>
                <a:t>Principal</a:t>
              </a:r>
              <a:endParaRPr b="0" i="0" sz="1400" u="none" cap="none" strike="noStrike">
                <a:solidFill>
                  <a:srgbClr val="000000"/>
                </a:solidFill>
                <a:latin typeface="Arial"/>
                <a:ea typeface="Arial"/>
                <a:cs typeface="Arial"/>
                <a:sym typeface="Arial"/>
              </a:endParaRPr>
            </a:p>
          </p:txBody>
        </p:sp>
        <p:sp>
          <p:nvSpPr>
            <p:cNvPr id="187" name="Google Shape;187;p7"/>
            <p:cNvSpPr/>
            <p:nvPr/>
          </p:nvSpPr>
          <p:spPr>
            <a:xfrm>
              <a:off x="0" y="790131"/>
              <a:ext cx="11199671" cy="11621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7"/>
            <p:cNvSpPr txBox="1"/>
            <p:nvPr/>
          </p:nvSpPr>
          <p:spPr>
            <a:xfrm>
              <a:off x="0" y="790131"/>
              <a:ext cx="11199671" cy="1162160"/>
            </a:xfrm>
            <a:prstGeom prst="rect">
              <a:avLst/>
            </a:prstGeom>
            <a:noFill/>
            <a:ln>
              <a:noFill/>
            </a:ln>
          </p:spPr>
          <p:txBody>
            <a:bodyPr anchorCtr="0" anchor="t" bIns="30475" lIns="355575" spcFirstLastPara="1" rIns="170675" wrap="square" tIns="30475">
              <a:noAutofit/>
            </a:bodyPr>
            <a:lstStyle/>
            <a:p>
              <a:pPr indent="0" lvl="0" marL="914400" marR="0" rtl="0" algn="just">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just">
                <a:lnSpc>
                  <a:spcPct val="90000"/>
                </a:lnSpc>
                <a:spcBef>
                  <a:spcPts val="0"/>
                </a:spcBef>
                <a:spcAft>
                  <a:spcPts val="0"/>
                </a:spcAft>
                <a:buClr>
                  <a:schemeClr val="dk1"/>
                </a:buClr>
                <a:buSzPts val="2400"/>
                <a:buFont typeface="Times New Roman"/>
                <a:buChar char="•"/>
              </a:pPr>
              <a:r>
                <a:rPr b="0" i="0" lang="es-CL" sz="2400" u="none" cap="none" strike="noStrike">
                  <a:solidFill>
                    <a:schemeClr val="dk1"/>
                  </a:solidFill>
                  <a:latin typeface="Times New Roman"/>
                  <a:ea typeface="Times New Roman"/>
                  <a:cs typeface="Times New Roman"/>
                  <a:sym typeface="Times New Roman"/>
                </a:rPr>
                <a:t>“RESTOBAR X.” Local no dispone de ningún contrato de servicio con algún ISP. </a:t>
              </a:r>
              <a:endParaRPr b="0" i="0" sz="1400" u="none" cap="none" strike="noStrike">
                <a:solidFill>
                  <a:srgbClr val="000000"/>
                </a:solidFill>
                <a:latin typeface="Arial"/>
                <a:ea typeface="Arial"/>
                <a:cs typeface="Arial"/>
                <a:sym typeface="Arial"/>
              </a:endParaRPr>
            </a:p>
          </p:txBody>
        </p:sp>
        <p:sp>
          <p:nvSpPr>
            <p:cNvPr id="189" name="Google Shape;189;p7"/>
            <p:cNvSpPr/>
            <p:nvPr/>
          </p:nvSpPr>
          <p:spPr>
            <a:xfrm>
              <a:off x="76566" y="2123736"/>
              <a:ext cx="11046538" cy="823679"/>
            </a:xfrm>
            <a:prstGeom prst="roundRect">
              <a:avLst>
                <a:gd fmla="val 16667" name="adj"/>
              </a:avLst>
            </a:prstGeom>
            <a:solidFill>
              <a:srgbClr val="FD853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7"/>
            <p:cNvSpPr txBox="1"/>
            <p:nvPr/>
          </p:nvSpPr>
          <p:spPr>
            <a:xfrm>
              <a:off x="116775" y="2163945"/>
              <a:ext cx="10966120" cy="743261"/>
            </a:xfrm>
            <a:prstGeom prst="rect">
              <a:avLst/>
            </a:prstGeom>
            <a:noFill/>
            <a:ln>
              <a:noFill/>
            </a:ln>
          </p:spPr>
          <p:txBody>
            <a:bodyPr anchorCtr="0" anchor="ctr" bIns="152400" lIns="152400" spcFirstLastPara="1" rIns="152400" wrap="square" tIns="152400">
              <a:noAutofit/>
            </a:bodyPr>
            <a:lstStyle/>
            <a:p>
              <a:pPr indent="0" lvl="0" marL="0" marR="0" rtl="0" algn="l">
                <a:lnSpc>
                  <a:spcPct val="90000"/>
                </a:lnSpc>
                <a:spcBef>
                  <a:spcPts val="0"/>
                </a:spcBef>
                <a:spcAft>
                  <a:spcPts val="0"/>
                </a:spcAft>
                <a:buClr>
                  <a:schemeClr val="lt1"/>
                </a:buClr>
                <a:buSzPts val="4000"/>
                <a:buFont typeface="Times New Roman"/>
                <a:buNone/>
              </a:pPr>
              <a:r>
                <a:rPr b="0" i="0" lang="es-CL" sz="4000" u="none" cap="none" strike="noStrike">
                  <a:solidFill>
                    <a:schemeClr val="lt1"/>
                  </a:solidFill>
                  <a:latin typeface="Times New Roman"/>
                  <a:ea typeface="Times New Roman"/>
                  <a:cs typeface="Times New Roman"/>
                  <a:sym typeface="Times New Roman"/>
                </a:rPr>
                <a:t>Específico</a:t>
              </a:r>
              <a:endParaRPr b="0" i="0" sz="1400" u="none" cap="none" strike="noStrike">
                <a:solidFill>
                  <a:srgbClr val="000000"/>
                </a:solidFill>
                <a:latin typeface="Arial"/>
                <a:ea typeface="Arial"/>
                <a:cs typeface="Arial"/>
                <a:sym typeface="Arial"/>
              </a:endParaRPr>
            </a:p>
          </p:txBody>
        </p:sp>
        <p:sp>
          <p:nvSpPr>
            <p:cNvPr id="191" name="Google Shape;191;p7"/>
            <p:cNvSpPr/>
            <p:nvPr/>
          </p:nvSpPr>
          <p:spPr>
            <a:xfrm>
              <a:off x="0" y="3010337"/>
              <a:ext cx="11199671" cy="4298971"/>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7"/>
            <p:cNvSpPr txBox="1"/>
            <p:nvPr/>
          </p:nvSpPr>
          <p:spPr>
            <a:xfrm>
              <a:off x="0" y="3010337"/>
              <a:ext cx="11199671" cy="4298971"/>
            </a:xfrm>
            <a:prstGeom prst="rect">
              <a:avLst/>
            </a:prstGeom>
            <a:noFill/>
            <a:ln>
              <a:noFill/>
            </a:ln>
          </p:spPr>
          <p:txBody>
            <a:bodyPr anchorCtr="0" anchor="t" bIns="30475" lIns="355575" spcFirstLastPara="1" rIns="170675" wrap="square" tIns="30475">
              <a:noAutofit/>
            </a:bodyPr>
            <a:lstStyle/>
            <a:p>
              <a:pPr indent="-228600" lvl="1" marL="228600" marR="0" rtl="0" algn="just">
                <a:lnSpc>
                  <a:spcPct val="90000"/>
                </a:lnSpc>
                <a:spcBef>
                  <a:spcPts val="0"/>
                </a:spcBef>
                <a:spcAft>
                  <a:spcPts val="0"/>
                </a:spcAft>
                <a:buClr>
                  <a:schemeClr val="dk1"/>
                </a:buClr>
                <a:buSzPts val="2400"/>
                <a:buFont typeface="Times New Roman"/>
                <a:buChar char="•"/>
              </a:pPr>
              <a:r>
                <a:rPr b="0" i="0" lang="es-CL" sz="2400" u="none" cap="none" strike="noStrike">
                  <a:solidFill>
                    <a:schemeClr val="dk1"/>
                  </a:solidFill>
                  <a:latin typeface="Times New Roman"/>
                  <a:ea typeface="Times New Roman"/>
                  <a:cs typeface="Times New Roman"/>
                  <a:sym typeface="Times New Roman"/>
                </a:rPr>
                <a:t>Garzones presentan un cierto grado de incertidumbre al cambio en la manera de atender al público general debido a su metodología de trabajo actual; por lo cual se analiza su forma de atención de cara al público para desarrollar el software, y este se ajuste a  su estructura de atención.</a:t>
              </a:r>
              <a:endParaRPr b="0" i="0" sz="2400" u="none" cap="none" strike="noStrike">
                <a:solidFill>
                  <a:schemeClr val="dk1"/>
                </a:solidFill>
                <a:latin typeface="Times New Roman"/>
                <a:ea typeface="Times New Roman"/>
                <a:cs typeface="Times New Roman"/>
                <a:sym typeface="Times New Roman"/>
              </a:endParaRPr>
            </a:p>
            <a:p>
              <a:pPr indent="0" lvl="0" marL="914400" marR="0" rtl="0" algn="just">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228600" lvl="1" marL="228600" marR="0" rtl="0" algn="just">
                <a:lnSpc>
                  <a:spcPct val="90000"/>
                </a:lnSpc>
                <a:spcBef>
                  <a:spcPts val="480"/>
                </a:spcBef>
                <a:spcAft>
                  <a:spcPts val="0"/>
                </a:spcAft>
                <a:buClr>
                  <a:schemeClr val="dk1"/>
                </a:buClr>
                <a:buSzPts val="2400"/>
                <a:buFont typeface="Times New Roman"/>
                <a:buChar char="•"/>
              </a:pPr>
              <a:r>
                <a:rPr b="0" i="0" lang="es-CL" sz="2400" u="none" cap="none" strike="noStrike">
                  <a:solidFill>
                    <a:schemeClr val="dk1"/>
                  </a:solidFill>
                  <a:latin typeface="Times New Roman"/>
                  <a:ea typeface="Times New Roman"/>
                  <a:cs typeface="Times New Roman"/>
                  <a:sym typeface="Times New Roman"/>
                </a:rPr>
                <a:t>Negación de información contable para analizar y evaluar el proyecto. </a:t>
              </a:r>
              <a:endParaRPr b="0" i="0" sz="1400" u="none" cap="none" strike="noStrike">
                <a:solidFill>
                  <a:srgbClr val="000000"/>
                </a:solidFill>
                <a:latin typeface="Arial"/>
                <a:ea typeface="Arial"/>
                <a:cs typeface="Arial"/>
                <a:sym typeface="Arial"/>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chemeClr val="dk1"/>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chemeClr val="dk1"/>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chemeClr val="dk1"/>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a:p>
              <a:pPr indent="-76200" lvl="1" marL="228600" marR="0" rtl="0" algn="just">
                <a:lnSpc>
                  <a:spcPct val="90000"/>
                </a:lnSpc>
                <a:spcBef>
                  <a:spcPts val="480"/>
                </a:spcBef>
                <a:spcAft>
                  <a:spcPts val="0"/>
                </a:spcAft>
                <a:buClr>
                  <a:schemeClr val="dk1"/>
                </a:buClr>
                <a:buSzPts val="2400"/>
                <a:buFont typeface="Century Schoolbook"/>
                <a:buNone/>
              </a:pPr>
              <a:r>
                <a:t/>
              </a:r>
              <a:endParaRPr b="0" i="0" sz="2400" u="none" cap="none" strike="noStrike">
                <a:solidFill>
                  <a:srgbClr val="FF0000"/>
                </a:solidFill>
                <a:latin typeface="Times New Roman"/>
                <a:ea typeface="Times New Roman"/>
                <a:cs typeface="Times New Roman"/>
                <a:sym typeface="Times New Roman"/>
              </a:endParaRPr>
            </a:p>
          </p:txBody>
        </p:sp>
      </p:grpSp>
      <p:sp>
        <p:nvSpPr>
          <p:cNvPr id="193" name="Google Shape;193;p7"/>
          <p:cNvSpPr txBox="1"/>
          <p:nvPr>
            <p:ph type="title"/>
          </p:nvPr>
        </p:nvSpPr>
        <p:spPr>
          <a:xfrm>
            <a:off x="914400" y="1099993"/>
            <a:ext cx="14935201" cy="1026136"/>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4200"/>
              <a:buFont typeface="Times New Roman"/>
              <a:buNone/>
            </a:pPr>
            <a:r>
              <a:rPr b="1" lang="es-CL" sz="4200">
                <a:latin typeface="Times New Roman"/>
                <a:ea typeface="Times New Roman"/>
                <a:cs typeface="Times New Roman"/>
                <a:sym typeface="Times New Roman"/>
              </a:rPr>
              <a:t>Restricciones de proyecto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845b736331_1_0"/>
          <p:cNvSpPr txBox="1"/>
          <p:nvPr/>
        </p:nvSpPr>
        <p:spPr>
          <a:xfrm>
            <a:off x="5543600" y="894234"/>
            <a:ext cx="6603300" cy="780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200"/>
              <a:buFont typeface="Arial"/>
              <a:buNone/>
            </a:pPr>
            <a:r>
              <a:rPr b="1" i="0" lang="es-CL" sz="4200" u="none" cap="small" strike="noStrike">
                <a:solidFill>
                  <a:schemeClr val="dk2"/>
                </a:solidFill>
                <a:latin typeface="Times New Roman"/>
                <a:ea typeface="Times New Roman"/>
                <a:cs typeface="Times New Roman"/>
                <a:sym typeface="Times New Roman"/>
              </a:rPr>
              <a:t>Requerimientos del cliente</a:t>
            </a:r>
            <a:endParaRPr b="0" i="0" sz="1400" u="none" cap="none" strike="noStrike">
              <a:solidFill>
                <a:srgbClr val="000000"/>
              </a:solidFill>
              <a:latin typeface="Arial"/>
              <a:ea typeface="Arial"/>
              <a:cs typeface="Arial"/>
              <a:sym typeface="Arial"/>
            </a:endParaRPr>
          </a:p>
        </p:txBody>
      </p:sp>
      <p:sp>
        <p:nvSpPr>
          <p:cNvPr id="199" name="Google Shape;199;g845b736331_1_0"/>
          <p:cNvSpPr txBox="1"/>
          <p:nvPr/>
        </p:nvSpPr>
        <p:spPr>
          <a:xfrm>
            <a:off x="694700" y="1982000"/>
            <a:ext cx="16301100" cy="6589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300"/>
              </a:spcBef>
              <a:spcAft>
                <a:spcPts val="0"/>
              </a:spcAft>
              <a:buClr>
                <a:srgbClr val="000000"/>
              </a:buClr>
              <a:buSzPts val="3000"/>
              <a:buFont typeface="Arial"/>
              <a:buNone/>
            </a:pPr>
            <a:r>
              <a:rPr b="0" i="0" lang="es-CL" sz="3000" u="none" cap="none" strike="noStrike">
                <a:solidFill>
                  <a:schemeClr val="dk1"/>
                </a:solidFill>
                <a:latin typeface="Times New Roman"/>
                <a:ea typeface="Times New Roman"/>
                <a:cs typeface="Times New Roman"/>
                <a:sym typeface="Times New Roman"/>
              </a:rPr>
              <a:t>Módulos de SW</a:t>
            </a:r>
            <a:endParaRPr b="0" i="0" sz="3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30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419100" lvl="0" marL="1737360" marR="0" rtl="0" algn="l">
              <a:lnSpc>
                <a:spcPct val="100000"/>
              </a:lnSpc>
              <a:spcBef>
                <a:spcPts val="30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Gestión de usuarios (Administrador - Cajero - Garzones) </a:t>
            </a:r>
            <a:endParaRPr b="0" i="0" sz="3000" u="none" cap="none" strike="noStrike">
              <a:solidFill>
                <a:schemeClr val="dk1"/>
              </a:solidFill>
              <a:latin typeface="Times New Roman"/>
              <a:ea typeface="Times New Roman"/>
              <a:cs typeface="Times New Roman"/>
              <a:sym typeface="Times New Roman"/>
            </a:endParaRPr>
          </a:p>
          <a:p>
            <a:pPr indent="0" lvl="0" marL="1737360" marR="0" rtl="0" algn="l">
              <a:lnSpc>
                <a:spcPct val="100000"/>
              </a:lnSpc>
              <a:spcBef>
                <a:spcPts val="30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419100" lvl="0" marL="1737360" marR="0" rtl="0" algn="l">
              <a:lnSpc>
                <a:spcPct val="100000"/>
              </a:lnSpc>
              <a:spcBef>
                <a:spcPts val="30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Gestión de mesas </a:t>
            </a:r>
            <a:endParaRPr b="0" i="0" sz="3000" u="none" cap="none" strike="noStrike">
              <a:solidFill>
                <a:schemeClr val="dk1"/>
              </a:solidFill>
              <a:latin typeface="Times New Roman"/>
              <a:ea typeface="Times New Roman"/>
              <a:cs typeface="Times New Roman"/>
              <a:sym typeface="Times New Roman"/>
            </a:endParaRPr>
          </a:p>
          <a:p>
            <a:pPr indent="0" lvl="0" marL="1737360" marR="0" rtl="0" algn="l">
              <a:lnSpc>
                <a:spcPct val="100000"/>
              </a:lnSpc>
              <a:spcBef>
                <a:spcPts val="30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419100" lvl="0" marL="1737360" marR="0" rtl="0" algn="l">
              <a:lnSpc>
                <a:spcPct val="100000"/>
              </a:lnSpc>
              <a:spcBef>
                <a:spcPts val="30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Entrada y Salida de productos </a:t>
            </a:r>
            <a:endParaRPr b="0" i="0" sz="3000" u="none" cap="none" strike="noStrike">
              <a:solidFill>
                <a:schemeClr val="dk1"/>
              </a:solidFill>
              <a:latin typeface="Times New Roman"/>
              <a:ea typeface="Times New Roman"/>
              <a:cs typeface="Times New Roman"/>
              <a:sym typeface="Times New Roman"/>
            </a:endParaRPr>
          </a:p>
          <a:p>
            <a:pPr indent="0" lvl="0" marL="1737360" marR="0" rtl="0" algn="l">
              <a:lnSpc>
                <a:spcPct val="100000"/>
              </a:lnSpc>
              <a:spcBef>
                <a:spcPts val="30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419100" lvl="0" marL="1737360" marR="0" rtl="0" algn="l">
              <a:lnSpc>
                <a:spcPct val="100000"/>
              </a:lnSpc>
              <a:spcBef>
                <a:spcPts val="30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Ingreso de productos  </a:t>
            </a:r>
            <a:endParaRPr b="0" i="0" sz="3000" u="none" cap="none" strike="noStrike">
              <a:solidFill>
                <a:schemeClr val="dk1"/>
              </a:solidFill>
              <a:latin typeface="Times New Roman"/>
              <a:ea typeface="Times New Roman"/>
              <a:cs typeface="Times New Roman"/>
              <a:sym typeface="Times New Roman"/>
            </a:endParaRPr>
          </a:p>
          <a:p>
            <a:pPr indent="0" lvl="0" marL="1737360" marR="0" rtl="0" algn="l">
              <a:lnSpc>
                <a:spcPct val="100000"/>
              </a:lnSpc>
              <a:spcBef>
                <a:spcPts val="30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419100" lvl="0" marL="1737360" marR="0" rtl="0" algn="l">
              <a:lnSpc>
                <a:spcPct val="100000"/>
              </a:lnSpc>
              <a:spcBef>
                <a:spcPts val="30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Reportes de venta segmentados por producto </a:t>
            </a:r>
            <a:endParaRPr b="0" i="0" sz="3000" u="none" cap="none" strike="noStrike">
              <a:solidFill>
                <a:schemeClr val="dk1"/>
              </a:solidFill>
              <a:latin typeface="Times New Roman"/>
              <a:ea typeface="Times New Roman"/>
              <a:cs typeface="Times New Roman"/>
              <a:sym typeface="Times New Roman"/>
            </a:endParaRPr>
          </a:p>
          <a:p>
            <a:pPr indent="0" lvl="0" marL="1737360" marR="0" rtl="0" algn="l">
              <a:lnSpc>
                <a:spcPct val="100000"/>
              </a:lnSpc>
              <a:spcBef>
                <a:spcPts val="30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419100" lvl="0" marL="1737360" marR="0" rtl="0" algn="l">
              <a:lnSpc>
                <a:spcPct val="100000"/>
              </a:lnSpc>
              <a:spcBef>
                <a:spcPts val="30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Reporte de garzones </a:t>
            </a:r>
            <a:endParaRPr b="0" i="0" sz="30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76f6c50663_0_47"/>
          <p:cNvSpPr txBox="1"/>
          <p:nvPr>
            <p:ph type="title"/>
          </p:nvPr>
        </p:nvSpPr>
        <p:spPr>
          <a:xfrm>
            <a:off x="914400" y="1295193"/>
            <a:ext cx="14935200" cy="102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800"/>
              <a:buNone/>
            </a:pPr>
            <a:r>
              <a:rPr lang="es-CL" sz="4200"/>
              <a:t>Metodología utilizada para la gestión y desarrollo del proyecto</a:t>
            </a:r>
            <a:endParaRPr sz="4200"/>
          </a:p>
        </p:txBody>
      </p:sp>
      <p:pic>
        <p:nvPicPr>
          <p:cNvPr id="205" name="Google Shape;205;g76f6c50663_0_47"/>
          <p:cNvPicPr preferRelativeResize="0"/>
          <p:nvPr/>
        </p:nvPicPr>
        <p:blipFill rotWithShape="1">
          <a:blip r:embed="rId3">
            <a:alphaModFix/>
          </a:blip>
          <a:srcRect b="0" l="0" r="0" t="0"/>
          <a:stretch/>
        </p:blipFill>
        <p:spPr>
          <a:xfrm>
            <a:off x="1859499" y="2399925"/>
            <a:ext cx="13044990" cy="7309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76f6c50663_0_55"/>
          <p:cNvSpPr txBox="1"/>
          <p:nvPr>
            <p:ph type="title"/>
          </p:nvPr>
        </p:nvSpPr>
        <p:spPr>
          <a:xfrm>
            <a:off x="801850" y="1122493"/>
            <a:ext cx="14935200" cy="102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800"/>
              <a:buNone/>
            </a:pPr>
            <a:r>
              <a:rPr lang="es-CL"/>
              <a:t>Gestión de herramientas </a:t>
            </a:r>
            <a:r>
              <a:rPr lang="es-CL"/>
              <a:t>y RRHH</a:t>
            </a:r>
            <a:endParaRPr/>
          </a:p>
        </p:txBody>
      </p:sp>
      <p:sp>
        <p:nvSpPr>
          <p:cNvPr id="211" name="Google Shape;211;g76f6c50663_0_55"/>
          <p:cNvSpPr txBox="1"/>
          <p:nvPr/>
        </p:nvSpPr>
        <p:spPr>
          <a:xfrm>
            <a:off x="694700" y="2919975"/>
            <a:ext cx="16301100" cy="5651100"/>
          </a:xfrm>
          <a:prstGeom prst="rect">
            <a:avLst/>
          </a:prstGeom>
          <a:noFill/>
          <a:ln>
            <a:noFill/>
          </a:ln>
        </p:spPr>
        <p:txBody>
          <a:bodyPr anchorCtr="0" anchor="t" bIns="45700" lIns="91425" spcFirstLastPara="1" rIns="91425" wrap="square" tIns="45700">
            <a:noAutofit/>
          </a:bodyPr>
          <a:lstStyle/>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Google Drive (Desarrollo de documentación colaborativa).</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Google Docs (Software libre de licencia para elaborar documentación).</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HW 4 Laptop’s / OS windows 10.</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RRHH 4 Personas / 2 horas efectivas diarias de desarrollo y diseño del software.  </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Reuniones Semanales Mediante DISCORD (Comunicación audiovisual).</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Visual Studio Code (Free Licensing).</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lang="es-CL" sz="3000">
                <a:solidFill>
                  <a:schemeClr val="dk1"/>
                </a:solidFill>
                <a:latin typeface="Times New Roman"/>
                <a:ea typeface="Times New Roman"/>
                <a:cs typeface="Times New Roman"/>
                <a:sym typeface="Times New Roman"/>
              </a:rPr>
              <a:t>DreamWeaver Cs20 (Licencia)</a:t>
            </a:r>
            <a:endParaRPr sz="3000">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Xampp (Montaje Servicio forma local y Pruebas).</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Power Bi (Dashboard Representación y análisis del proyecto).</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Desarrollo (PHP-SQL-PHP-MyAdmin).</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Suite Project Professional 2019 &amp; Visio Professional 2019 (Estructura y diagramas de proyecto).</a:t>
            </a:r>
            <a:endParaRPr b="0" i="0" sz="3000" u="none" cap="none" strike="noStrike">
              <a:solidFill>
                <a:schemeClr val="dk1"/>
              </a:solidFill>
              <a:latin typeface="Times New Roman"/>
              <a:ea typeface="Times New Roman"/>
              <a:cs typeface="Times New Roman"/>
              <a:sym typeface="Times New Roman"/>
            </a:endParaRPr>
          </a:p>
          <a:p>
            <a:pPr indent="-419100" lvl="3" marL="3108960" marR="0" rtl="0" algn="l">
              <a:lnSpc>
                <a:spcPct val="115000"/>
              </a:lnSpc>
              <a:spcBef>
                <a:spcPts val="0"/>
              </a:spcBef>
              <a:spcAft>
                <a:spcPts val="0"/>
              </a:spcAft>
              <a:buClr>
                <a:schemeClr val="dk1"/>
              </a:buClr>
              <a:buSzPts val="3000"/>
              <a:buFont typeface="Times New Roman"/>
              <a:buChar char="●"/>
            </a:pPr>
            <a:r>
              <a:rPr b="0" i="0" lang="es-CL" sz="3000" u="none" cap="none" strike="noStrike">
                <a:solidFill>
                  <a:schemeClr val="dk1"/>
                </a:solidFill>
                <a:latin typeface="Times New Roman"/>
                <a:ea typeface="Times New Roman"/>
                <a:cs typeface="Times New Roman"/>
                <a:sym typeface="Times New Roman"/>
              </a:rPr>
              <a:t>Suite Office 365</a:t>
            </a:r>
            <a:endParaRPr b="0" i="0" sz="30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6"/>
          <p:cNvSpPr txBox="1"/>
          <p:nvPr>
            <p:ph type="title"/>
          </p:nvPr>
        </p:nvSpPr>
        <p:spPr>
          <a:xfrm>
            <a:off x="914400" y="1099993"/>
            <a:ext cx="14935201" cy="10261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4200"/>
              <a:buFont typeface="Times New Roman"/>
              <a:buNone/>
            </a:pPr>
            <a:r>
              <a:rPr lang="es-CL" sz="4200">
                <a:latin typeface="Times New Roman"/>
                <a:ea typeface="Times New Roman"/>
                <a:cs typeface="Times New Roman"/>
                <a:sym typeface="Times New Roman"/>
              </a:rPr>
              <a:t>                                                </a:t>
            </a:r>
            <a:r>
              <a:rPr b="1" lang="es-CL" sz="4200">
                <a:latin typeface="Times New Roman"/>
                <a:ea typeface="Times New Roman"/>
                <a:cs typeface="Times New Roman"/>
                <a:sym typeface="Times New Roman"/>
              </a:rPr>
              <a:t>Alcance</a:t>
            </a:r>
            <a:endParaRPr b="1" sz="4200">
              <a:latin typeface="Times New Roman"/>
              <a:ea typeface="Times New Roman"/>
              <a:cs typeface="Times New Roman"/>
              <a:sym typeface="Times New Roman"/>
            </a:endParaRPr>
          </a:p>
        </p:txBody>
      </p:sp>
      <p:sp>
        <p:nvSpPr>
          <p:cNvPr id="217" name="Google Shape;217;p6"/>
          <p:cNvSpPr txBox="1"/>
          <p:nvPr>
            <p:ph idx="1" type="body"/>
          </p:nvPr>
        </p:nvSpPr>
        <p:spPr>
          <a:xfrm>
            <a:off x="914400" y="2399925"/>
            <a:ext cx="15977700" cy="7309500"/>
          </a:xfrm>
          <a:prstGeom prst="rect">
            <a:avLst/>
          </a:prstGeom>
          <a:noFill/>
          <a:ln>
            <a:noFill/>
          </a:ln>
        </p:spPr>
        <p:txBody>
          <a:bodyPr anchorCtr="0" anchor="t" bIns="45700" lIns="91425" spcFirstLastPara="1" rIns="91425" wrap="square" tIns="45700">
            <a:normAutofit/>
          </a:bodyPr>
          <a:lstStyle/>
          <a:p>
            <a:pPr indent="0" lvl="0" marL="457200" rtl="0" algn="just">
              <a:lnSpc>
                <a:spcPct val="100000"/>
              </a:lnSpc>
              <a:spcBef>
                <a:spcPts val="0"/>
              </a:spcBef>
              <a:spcAft>
                <a:spcPts val="0"/>
              </a:spcAft>
              <a:buSzPts val="1260"/>
              <a:buNone/>
            </a:pPr>
            <a:r>
              <a:rPr lang="es-CL"/>
              <a:t>Se </a:t>
            </a:r>
            <a:r>
              <a:rPr lang="es-CL"/>
              <a:t>desarrolló</a:t>
            </a:r>
            <a:r>
              <a:rPr lang="es-CL"/>
              <a:t> un Software que permite un control de ingresos del Restobar X, el cual gestiona ingresos y egresos de los consumibles del local se logra a </a:t>
            </a:r>
            <a:r>
              <a:rPr lang="es-CL"/>
              <a:t>través</a:t>
            </a:r>
            <a:r>
              <a:rPr lang="es-CL"/>
              <a:t> del SW.</a:t>
            </a:r>
            <a:endParaRPr/>
          </a:p>
          <a:p>
            <a:pPr indent="0" lvl="0" marL="457200" rtl="0" algn="just">
              <a:lnSpc>
                <a:spcPct val="100000"/>
              </a:lnSpc>
              <a:spcBef>
                <a:spcPts val="0"/>
              </a:spcBef>
              <a:spcAft>
                <a:spcPts val="0"/>
              </a:spcAft>
              <a:buSzPts val="1260"/>
              <a:buNone/>
            </a:pPr>
            <a:r>
              <a:t/>
            </a:r>
            <a:endParaRPr/>
          </a:p>
          <a:p>
            <a:pPr indent="0" lvl="0" marL="457200" rtl="0" algn="just">
              <a:lnSpc>
                <a:spcPct val="100000"/>
              </a:lnSpc>
              <a:spcBef>
                <a:spcPts val="0"/>
              </a:spcBef>
              <a:spcAft>
                <a:spcPts val="0"/>
              </a:spcAft>
              <a:buSzPts val="1260"/>
              <a:buNone/>
            </a:pPr>
            <a:r>
              <a:rPr lang="es-CL"/>
              <a:t>Este tuvo dos Hitos de entregas funcionales, 8vo y 12vo Sprint, </a:t>
            </a:r>
            <a:endParaRPr/>
          </a:p>
          <a:p>
            <a:pPr indent="0" lvl="0" marL="0" rtl="0" algn="just">
              <a:lnSpc>
                <a:spcPct val="100000"/>
              </a:lnSpc>
              <a:spcBef>
                <a:spcPts val="0"/>
              </a:spcBef>
              <a:spcAft>
                <a:spcPts val="0"/>
              </a:spcAft>
              <a:buSzPts val="1260"/>
              <a:buNone/>
            </a:pPr>
            <a:r>
              <a:rPr lang="es-CL"/>
              <a:t>    donde se realizaron pruebas y correcciones de software.</a:t>
            </a:r>
            <a:endParaRPr/>
          </a:p>
          <a:p>
            <a:pPr indent="0" lvl="0" marL="0" rtl="0" algn="just">
              <a:lnSpc>
                <a:spcPct val="100000"/>
              </a:lnSpc>
              <a:spcBef>
                <a:spcPts val="0"/>
              </a:spcBef>
              <a:spcAft>
                <a:spcPts val="0"/>
              </a:spcAft>
              <a:buSzPts val="1260"/>
              <a:buNone/>
            </a:pPr>
            <a:r>
              <a:rPr lang="es-CL"/>
              <a:t>	Para el 12vo Sprint el SW Este ya se encuentra entregado y en   operaciones.</a:t>
            </a:r>
            <a:endParaRPr/>
          </a:p>
          <a:p>
            <a:pPr indent="0" lvl="0" marL="457200" rtl="0" algn="l">
              <a:lnSpc>
                <a:spcPct val="100000"/>
              </a:lnSpc>
              <a:spcBef>
                <a:spcPts val="0"/>
              </a:spcBef>
              <a:spcAft>
                <a:spcPts val="0"/>
              </a:spcAft>
              <a:buSzPts val="1260"/>
              <a:buNone/>
            </a:pPr>
            <a:r>
              <a:t/>
            </a:r>
            <a:endParaRPr/>
          </a:p>
          <a:p>
            <a:pPr indent="0" lvl="0" marL="457200" rtl="0" algn="l">
              <a:lnSpc>
                <a:spcPct val="100000"/>
              </a:lnSpc>
              <a:spcBef>
                <a:spcPts val="0"/>
              </a:spcBef>
              <a:spcAft>
                <a:spcPts val="0"/>
              </a:spcAft>
              <a:buSzPts val="1260"/>
              <a:buNone/>
            </a:pPr>
            <a:r>
              <a:t/>
            </a:r>
            <a:endParaRPr/>
          </a:p>
        </p:txBody>
      </p:sp>
      <p:pic>
        <p:nvPicPr>
          <p:cNvPr descr="No hay nada más feo como dar la mano y sentir la mano del otro ..." id="218" name="Google Shape;218;p6"/>
          <p:cNvPicPr preferRelativeResize="0"/>
          <p:nvPr/>
        </p:nvPicPr>
        <p:blipFill rotWithShape="1">
          <a:blip r:embed="rId3">
            <a:alphaModFix/>
          </a:blip>
          <a:srcRect b="0" l="0" r="0" t="0"/>
          <a:stretch/>
        </p:blipFill>
        <p:spPr>
          <a:xfrm>
            <a:off x="5460600" y="6340875"/>
            <a:ext cx="5572825" cy="3859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
          <p:cNvSpPr txBox="1"/>
          <p:nvPr>
            <p:ph type="title"/>
          </p:nvPr>
        </p:nvSpPr>
        <p:spPr>
          <a:xfrm>
            <a:off x="914400" y="1099993"/>
            <a:ext cx="14935201" cy="102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800"/>
              <a:buNone/>
            </a:pPr>
            <a:r>
              <a:rPr lang="es-CL" sz="4200"/>
              <a:t>IDE utilizado para desarrollar el proyecto</a:t>
            </a:r>
            <a:endParaRPr sz="4200"/>
          </a:p>
        </p:txBody>
      </p:sp>
      <p:pic>
        <p:nvPicPr>
          <p:cNvPr id="224" name="Google Shape;224;p4"/>
          <p:cNvPicPr preferRelativeResize="0"/>
          <p:nvPr/>
        </p:nvPicPr>
        <p:blipFill>
          <a:blip r:embed="rId3">
            <a:alphaModFix/>
          </a:blip>
          <a:stretch>
            <a:fillRect/>
          </a:stretch>
        </p:blipFill>
        <p:spPr>
          <a:xfrm>
            <a:off x="392500" y="3117950"/>
            <a:ext cx="8386699" cy="4717524"/>
          </a:xfrm>
          <a:prstGeom prst="rect">
            <a:avLst/>
          </a:prstGeom>
          <a:noFill/>
          <a:ln>
            <a:noFill/>
          </a:ln>
        </p:spPr>
      </p:pic>
      <p:sp>
        <p:nvSpPr>
          <p:cNvPr id="225" name="Google Shape;225;p4"/>
          <p:cNvSpPr txBox="1"/>
          <p:nvPr>
            <p:ph type="title"/>
          </p:nvPr>
        </p:nvSpPr>
        <p:spPr>
          <a:xfrm>
            <a:off x="1599500" y="8341650"/>
            <a:ext cx="5972700" cy="711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800"/>
              <a:buNone/>
            </a:pPr>
            <a:r>
              <a:rPr lang="es-CL" sz="4200"/>
              <a:t>DreamWeaver</a:t>
            </a:r>
            <a:endParaRPr sz="4200"/>
          </a:p>
        </p:txBody>
      </p:sp>
      <p:pic>
        <p:nvPicPr>
          <p:cNvPr id="226" name="Google Shape;226;p4"/>
          <p:cNvPicPr preferRelativeResize="0"/>
          <p:nvPr/>
        </p:nvPicPr>
        <p:blipFill>
          <a:blip r:embed="rId4">
            <a:alphaModFix/>
          </a:blip>
          <a:stretch>
            <a:fillRect/>
          </a:stretch>
        </p:blipFill>
        <p:spPr>
          <a:xfrm>
            <a:off x="9022175" y="3122325"/>
            <a:ext cx="8386699" cy="4708777"/>
          </a:xfrm>
          <a:prstGeom prst="rect">
            <a:avLst/>
          </a:prstGeom>
          <a:noFill/>
          <a:ln>
            <a:noFill/>
          </a:ln>
        </p:spPr>
      </p:pic>
      <p:sp>
        <p:nvSpPr>
          <p:cNvPr id="227" name="Google Shape;227;p4"/>
          <p:cNvSpPr txBox="1"/>
          <p:nvPr>
            <p:ph type="title"/>
          </p:nvPr>
        </p:nvSpPr>
        <p:spPr>
          <a:xfrm>
            <a:off x="10229175" y="8341650"/>
            <a:ext cx="5972700" cy="711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800"/>
              <a:buNone/>
            </a:pPr>
            <a:r>
              <a:rPr lang="es-CL" sz="4200"/>
              <a:t>Visual Studio Code</a:t>
            </a:r>
            <a:endParaRPr sz="4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8a0ff6cbec_0_4"/>
          <p:cNvSpPr txBox="1"/>
          <p:nvPr>
            <p:ph type="title"/>
          </p:nvPr>
        </p:nvSpPr>
        <p:spPr>
          <a:xfrm>
            <a:off x="914400" y="1099993"/>
            <a:ext cx="14935200" cy="1026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s-CL"/>
              <a:t>Lenguaje de programación utilizado para la solución </a:t>
            </a:r>
            <a:endParaRPr/>
          </a:p>
        </p:txBody>
      </p:sp>
      <p:sp>
        <p:nvSpPr>
          <p:cNvPr id="233" name="Google Shape;233;g8a0ff6cbec_0_4"/>
          <p:cNvSpPr txBox="1"/>
          <p:nvPr>
            <p:ph idx="1" type="body"/>
          </p:nvPr>
        </p:nvSpPr>
        <p:spPr>
          <a:xfrm>
            <a:off x="4882775" y="2126000"/>
            <a:ext cx="12144900" cy="1265400"/>
          </a:xfrm>
          <a:prstGeom prst="rect">
            <a:avLst/>
          </a:prstGeom>
        </p:spPr>
        <p:txBody>
          <a:bodyPr anchorCtr="0" anchor="t" bIns="45700" lIns="91425" spcFirstLastPara="1" rIns="91425" wrap="square" tIns="45700">
            <a:noAutofit/>
          </a:bodyPr>
          <a:lstStyle/>
          <a:p>
            <a:pPr indent="0" lvl="0" marL="0" rtl="0" algn="ctr">
              <a:spcBef>
                <a:spcPts val="900"/>
              </a:spcBef>
              <a:spcAft>
                <a:spcPts val="0"/>
              </a:spcAft>
              <a:buNone/>
            </a:pPr>
            <a:r>
              <a:rPr lang="es-CL"/>
              <a:t>Base de datos : MySQL administrada por PHPmyAdmin para pruebas de visualización. </a:t>
            </a:r>
            <a:endParaRPr/>
          </a:p>
          <a:p>
            <a:pPr indent="0" lvl="0" marL="0" rtl="0" algn="ctr">
              <a:spcBef>
                <a:spcPts val="900"/>
              </a:spcBef>
              <a:spcAft>
                <a:spcPts val="0"/>
              </a:spcAft>
              <a:buNone/>
            </a:pPr>
            <a:r>
              <a:t/>
            </a:r>
            <a:endParaRPr/>
          </a:p>
          <a:p>
            <a:pPr indent="0" lvl="0" marL="0" rtl="0" algn="ctr">
              <a:spcBef>
                <a:spcPts val="900"/>
              </a:spcBef>
              <a:spcAft>
                <a:spcPts val="0"/>
              </a:spcAft>
              <a:buNone/>
            </a:pPr>
            <a:r>
              <a:t/>
            </a:r>
            <a:endParaRPr/>
          </a:p>
          <a:p>
            <a:pPr indent="0" lvl="0" marL="0" rtl="0" algn="ctr">
              <a:spcBef>
                <a:spcPts val="900"/>
              </a:spcBef>
              <a:spcAft>
                <a:spcPts val="0"/>
              </a:spcAft>
              <a:buNone/>
            </a:pPr>
            <a:r>
              <a:t/>
            </a:r>
            <a:endParaRPr/>
          </a:p>
        </p:txBody>
      </p:sp>
      <p:pic>
        <p:nvPicPr>
          <p:cNvPr id="234" name="Google Shape;234;g8a0ff6cbec_0_4"/>
          <p:cNvPicPr preferRelativeResize="0"/>
          <p:nvPr/>
        </p:nvPicPr>
        <p:blipFill>
          <a:blip r:embed="rId3">
            <a:alphaModFix/>
          </a:blip>
          <a:stretch>
            <a:fillRect/>
          </a:stretch>
        </p:blipFill>
        <p:spPr>
          <a:xfrm>
            <a:off x="3867150" y="3506500"/>
            <a:ext cx="13895901" cy="6453875"/>
          </a:xfrm>
          <a:prstGeom prst="rect">
            <a:avLst/>
          </a:prstGeom>
          <a:noFill/>
          <a:ln>
            <a:noFill/>
          </a:ln>
        </p:spPr>
      </p:pic>
      <p:sp>
        <p:nvSpPr>
          <p:cNvPr id="235" name="Google Shape;235;g8a0ff6cbec_0_4"/>
          <p:cNvSpPr txBox="1"/>
          <p:nvPr>
            <p:ph idx="1" type="body"/>
          </p:nvPr>
        </p:nvSpPr>
        <p:spPr>
          <a:xfrm>
            <a:off x="196350" y="4779075"/>
            <a:ext cx="3670800" cy="1659300"/>
          </a:xfrm>
          <a:prstGeom prst="rect">
            <a:avLst/>
          </a:prstGeom>
        </p:spPr>
        <p:txBody>
          <a:bodyPr anchorCtr="0" anchor="t" bIns="45700" lIns="91425" spcFirstLastPara="1" rIns="91425" wrap="square" tIns="45700">
            <a:noAutofit/>
          </a:bodyPr>
          <a:lstStyle/>
          <a:p>
            <a:pPr indent="0" lvl="0" marL="0" rtl="0" algn="ctr">
              <a:spcBef>
                <a:spcPts val="900"/>
              </a:spcBef>
              <a:spcAft>
                <a:spcPts val="0"/>
              </a:spcAft>
              <a:buNone/>
            </a:pPr>
            <a:r>
              <a:rPr lang="es-CL"/>
              <a:t>Código Fuente : PHP</a:t>
            </a:r>
            <a:endParaRPr/>
          </a:p>
          <a:p>
            <a:pPr indent="0" lvl="0" marL="0" rtl="0" algn="l">
              <a:spcBef>
                <a:spcPts val="900"/>
              </a:spcBef>
              <a:spcAft>
                <a:spcPts val="0"/>
              </a:spcAft>
              <a:buNone/>
            </a:pPr>
            <a:r>
              <a:t/>
            </a:r>
            <a:endParaRPr/>
          </a:p>
          <a:p>
            <a:pPr indent="0" lvl="0" marL="0" rtl="0" algn="l">
              <a:spcBef>
                <a:spcPts val="9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8d8228ba78_0_18"/>
          <p:cNvSpPr txBox="1"/>
          <p:nvPr>
            <p:ph type="title"/>
          </p:nvPr>
        </p:nvSpPr>
        <p:spPr>
          <a:xfrm>
            <a:off x="931575" y="48184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Documentación de </a:t>
            </a:r>
            <a:r>
              <a:rPr lang="es-CL"/>
              <a:t>Código</a:t>
            </a:r>
            <a:r>
              <a:rPr lang="es-CL"/>
              <a:t> fuente </a:t>
            </a:r>
            <a:endParaRPr/>
          </a:p>
        </p:txBody>
      </p:sp>
      <p:pic>
        <p:nvPicPr>
          <p:cNvPr id="241" name="Google Shape;241;g8d8228ba78_0_18"/>
          <p:cNvPicPr preferRelativeResize="0"/>
          <p:nvPr/>
        </p:nvPicPr>
        <p:blipFill>
          <a:blip r:embed="rId3">
            <a:alphaModFix/>
          </a:blip>
          <a:stretch>
            <a:fillRect/>
          </a:stretch>
        </p:blipFill>
        <p:spPr>
          <a:xfrm>
            <a:off x="1599575" y="1507850"/>
            <a:ext cx="13599199" cy="87912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8d8e8cbfd2_0_0"/>
          <p:cNvSpPr txBox="1"/>
          <p:nvPr>
            <p:ph type="title"/>
          </p:nvPr>
        </p:nvSpPr>
        <p:spPr>
          <a:xfrm>
            <a:off x="931575" y="48184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Documentación de Código fuente </a:t>
            </a:r>
            <a:endParaRPr/>
          </a:p>
        </p:txBody>
      </p:sp>
      <p:pic>
        <p:nvPicPr>
          <p:cNvPr id="247" name="Google Shape;247;g8d8e8cbfd2_0_0"/>
          <p:cNvPicPr preferRelativeResize="0"/>
          <p:nvPr/>
        </p:nvPicPr>
        <p:blipFill>
          <a:blip r:embed="rId3">
            <a:alphaModFix/>
          </a:blip>
          <a:stretch>
            <a:fillRect/>
          </a:stretch>
        </p:blipFill>
        <p:spPr>
          <a:xfrm>
            <a:off x="1550725" y="1507851"/>
            <a:ext cx="15186556" cy="87775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8a0ff6cbec_2_0"/>
          <p:cNvSpPr txBox="1"/>
          <p:nvPr>
            <p:ph type="title"/>
          </p:nvPr>
        </p:nvSpPr>
        <p:spPr>
          <a:xfrm>
            <a:off x="1744875" y="685700"/>
            <a:ext cx="157833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Clasificación</a:t>
            </a:r>
            <a:r>
              <a:rPr lang="es-CL"/>
              <a:t> del lenguaje de programación que se utilizó</a:t>
            </a:r>
            <a:endParaRPr/>
          </a:p>
        </p:txBody>
      </p:sp>
      <p:sp>
        <p:nvSpPr>
          <p:cNvPr id="253" name="Google Shape;253;g8a0ff6cbec_2_0"/>
          <p:cNvSpPr txBox="1"/>
          <p:nvPr>
            <p:ph idx="1" type="body"/>
          </p:nvPr>
        </p:nvSpPr>
        <p:spPr>
          <a:xfrm>
            <a:off x="1486250" y="1711699"/>
            <a:ext cx="14935200" cy="8573700"/>
          </a:xfrm>
          <a:prstGeom prst="rect">
            <a:avLst/>
          </a:prstGeom>
        </p:spPr>
        <p:txBody>
          <a:bodyPr anchorCtr="0" anchor="t" bIns="45700" lIns="91425" spcFirstLastPara="1" rIns="91425" wrap="square" tIns="45700">
            <a:noAutofit/>
          </a:bodyPr>
          <a:lstStyle/>
          <a:p>
            <a:pPr indent="-308610" lvl="0" marL="457200" rtl="0" algn="ctr">
              <a:spcBef>
                <a:spcPts val="900"/>
              </a:spcBef>
              <a:spcAft>
                <a:spcPts val="0"/>
              </a:spcAft>
              <a:buSzPts val="1260"/>
              <a:buChar char="●"/>
            </a:pPr>
            <a:r>
              <a:rPr lang="es-CL"/>
              <a:t>PHP </a:t>
            </a:r>
            <a:r>
              <a:rPr lang="es-CL"/>
              <a:t>corresponde</a:t>
            </a:r>
            <a:r>
              <a:rPr lang="es-CL"/>
              <a:t> a un lenguaje de alto nivel puesto que expresa los</a:t>
            </a:r>
            <a:endParaRPr/>
          </a:p>
          <a:p>
            <a:pPr indent="0" lvl="0" marL="0" rtl="0" algn="ctr">
              <a:spcBef>
                <a:spcPts val="900"/>
              </a:spcBef>
              <a:spcAft>
                <a:spcPts val="0"/>
              </a:spcAft>
              <a:buNone/>
            </a:pPr>
            <a:r>
              <a:rPr lang="es-CL"/>
              <a:t>algoritmos de manera adecuada a la capacidad cognitiva humana</a:t>
            </a:r>
            <a:endParaRPr/>
          </a:p>
          <a:p>
            <a:pPr indent="0" lvl="0" marL="0" rtl="0" algn="ctr">
              <a:spcBef>
                <a:spcPts val="900"/>
              </a:spcBef>
              <a:spcAft>
                <a:spcPts val="0"/>
              </a:spcAft>
              <a:buNone/>
            </a:pPr>
            <a:r>
              <a:rPr lang="es-CL"/>
              <a:t>en lugar de la capacidad con que los ejecuta las máquinas. PHP</a:t>
            </a:r>
            <a:endParaRPr/>
          </a:p>
          <a:p>
            <a:pPr indent="0" lvl="0" marL="0" rtl="0" algn="ctr">
              <a:spcBef>
                <a:spcPts val="900"/>
              </a:spcBef>
              <a:spcAft>
                <a:spcPts val="0"/>
              </a:spcAft>
              <a:buNone/>
            </a:pPr>
            <a:r>
              <a:rPr lang="es-CL"/>
              <a:t>suele estar orientado a objetos, a eventos o funciones, pudiendo estos combinarse.  </a:t>
            </a:r>
            <a:endParaRPr/>
          </a:p>
          <a:p>
            <a:pPr indent="-308610" lvl="0" marL="457200" rtl="0" algn="l">
              <a:spcBef>
                <a:spcPts val="900"/>
              </a:spcBef>
              <a:spcAft>
                <a:spcPts val="0"/>
              </a:spcAft>
              <a:buSzPts val="1260"/>
              <a:buChar char="●"/>
            </a:pPr>
            <a:r>
              <a:rPr lang="es-CL"/>
              <a:t>S</a:t>
            </a:r>
            <a:r>
              <a:rPr lang="es-CL"/>
              <a:t>e ejecuta en un servidor, para el caso de éste proyecto el servidor es local</a:t>
            </a:r>
            <a:endParaRPr/>
          </a:p>
          <a:p>
            <a:pPr indent="-308610" lvl="0" marL="457200" rtl="0" algn="l">
              <a:spcBef>
                <a:spcPts val="0"/>
              </a:spcBef>
              <a:spcAft>
                <a:spcPts val="0"/>
              </a:spcAft>
              <a:buSzPts val="1260"/>
              <a:buChar char="●"/>
            </a:pPr>
            <a:r>
              <a:rPr lang="es-CL"/>
              <a:t>PHP según el ranking de lenguajes en Tiobe.com se encuentra actualmente en junio 2020 en el octavo lugar con un rating de un</a:t>
            </a:r>
            <a:endParaRPr/>
          </a:p>
          <a:p>
            <a:pPr indent="0" lvl="0" marL="457200" rtl="0" algn="l">
              <a:spcBef>
                <a:spcPts val="900"/>
              </a:spcBef>
              <a:spcAft>
                <a:spcPts val="0"/>
              </a:spcAft>
              <a:buNone/>
            </a:pPr>
            <a:r>
              <a:rPr lang="es-CL"/>
              <a:t>2.26%.</a:t>
            </a:r>
            <a:endParaRPr/>
          </a:p>
          <a:p>
            <a:pPr indent="0" lvl="0" marL="0" rtl="0" algn="just">
              <a:spcBef>
                <a:spcPts val="900"/>
              </a:spcBef>
              <a:spcAft>
                <a:spcPts val="0"/>
              </a:spcAft>
              <a:buNone/>
            </a:pPr>
            <a:r>
              <a:t/>
            </a:r>
            <a:endParaRPr/>
          </a:p>
          <a:p>
            <a:pPr indent="0" lvl="0" marL="0" rtl="0" algn="just">
              <a:spcBef>
                <a:spcPts val="900"/>
              </a:spcBef>
              <a:spcAft>
                <a:spcPts val="0"/>
              </a:spcAft>
              <a:buNone/>
            </a:pPr>
            <a:r>
              <a:rPr lang="es-CL"/>
              <a:t>      </a:t>
            </a:r>
            <a:endParaRPr/>
          </a:p>
        </p:txBody>
      </p:sp>
      <p:pic>
        <p:nvPicPr>
          <p:cNvPr id="254" name="Google Shape;254;g8a0ff6cbec_2_0"/>
          <p:cNvPicPr preferRelativeResize="0"/>
          <p:nvPr/>
        </p:nvPicPr>
        <p:blipFill>
          <a:blip r:embed="rId3">
            <a:alphaModFix/>
          </a:blip>
          <a:stretch>
            <a:fillRect/>
          </a:stretch>
        </p:blipFill>
        <p:spPr>
          <a:xfrm>
            <a:off x="9144000" y="7532219"/>
            <a:ext cx="4279575" cy="2753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85360d1b6e_0_0"/>
          <p:cNvSpPr txBox="1"/>
          <p:nvPr>
            <p:ph type="title"/>
          </p:nvPr>
        </p:nvSpPr>
        <p:spPr>
          <a:xfrm>
            <a:off x="914400" y="109999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Requerimientos Principales</a:t>
            </a:r>
            <a:endParaRPr/>
          </a:p>
        </p:txBody>
      </p:sp>
      <p:sp>
        <p:nvSpPr>
          <p:cNvPr id="260" name="Google Shape;260;g85360d1b6e_0_0"/>
          <p:cNvSpPr txBox="1"/>
          <p:nvPr>
            <p:ph idx="1" type="body"/>
          </p:nvPr>
        </p:nvSpPr>
        <p:spPr>
          <a:xfrm>
            <a:off x="10014600" y="2399925"/>
            <a:ext cx="6922800" cy="7309500"/>
          </a:xfrm>
          <a:prstGeom prst="rect">
            <a:avLst/>
          </a:prstGeom>
        </p:spPr>
        <p:txBody>
          <a:bodyPr anchorCtr="0" anchor="t" bIns="45700" lIns="91425" spcFirstLastPara="1" rIns="91425" wrap="square" tIns="45700">
            <a:noAutofit/>
          </a:bodyPr>
          <a:lstStyle/>
          <a:p>
            <a:pPr indent="0" lvl="0" marL="1828800" rtl="0" algn="l">
              <a:spcBef>
                <a:spcPts val="300"/>
              </a:spcBef>
              <a:spcAft>
                <a:spcPts val="0"/>
              </a:spcAft>
              <a:buNone/>
            </a:pPr>
            <a:r>
              <a:t/>
            </a:r>
            <a:endParaRPr sz="3000">
              <a:latin typeface="Times New Roman"/>
              <a:ea typeface="Times New Roman"/>
              <a:cs typeface="Times New Roman"/>
              <a:sym typeface="Times New Roman"/>
            </a:endParaRPr>
          </a:p>
          <a:p>
            <a:pPr indent="-419100" lvl="0" marL="1737360" rtl="0" algn="l">
              <a:spcBef>
                <a:spcPts val="300"/>
              </a:spcBef>
              <a:spcAft>
                <a:spcPts val="0"/>
              </a:spcAft>
              <a:buClr>
                <a:schemeClr val="dk1"/>
              </a:buClr>
              <a:buSzPts val="3000"/>
              <a:buFont typeface="Times New Roman"/>
              <a:buChar char="●"/>
            </a:pPr>
            <a:r>
              <a:rPr lang="es-CL" sz="3000">
                <a:latin typeface="Times New Roman"/>
                <a:ea typeface="Times New Roman"/>
                <a:cs typeface="Times New Roman"/>
                <a:sym typeface="Times New Roman"/>
              </a:rPr>
              <a:t>Reporte de garzones: </a:t>
            </a:r>
            <a:endParaRPr sz="3000">
              <a:latin typeface="Times New Roman"/>
              <a:ea typeface="Times New Roman"/>
              <a:cs typeface="Times New Roman"/>
              <a:sym typeface="Times New Roman"/>
            </a:endParaRPr>
          </a:p>
          <a:p>
            <a:pPr indent="0" lvl="0" marL="182880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just">
              <a:spcBef>
                <a:spcPts val="300"/>
              </a:spcBef>
              <a:spcAft>
                <a:spcPts val="0"/>
              </a:spcAft>
              <a:buNone/>
            </a:pPr>
            <a:r>
              <a:rPr lang="es-CL" sz="3000">
                <a:latin typeface="Times New Roman"/>
                <a:ea typeface="Times New Roman"/>
                <a:cs typeface="Times New Roman"/>
                <a:sym typeface="Times New Roman"/>
              </a:rPr>
              <a:t>El administrador tendrá un control visual de los garzones, mediante el  acceso a los movimientos que está realizando cada uno de estos y a las respectivas mesas que se encuentran en atención; ésto con el fin de facilitar la organización y visualización de ventas por cada uno de los garzones en la vista del administrador.</a:t>
            </a:r>
            <a:endParaRPr sz="3000">
              <a:latin typeface="Times New Roman"/>
              <a:ea typeface="Times New Roman"/>
              <a:cs typeface="Times New Roman"/>
              <a:sym typeface="Times New Roman"/>
            </a:endParaRPr>
          </a:p>
        </p:txBody>
      </p:sp>
      <p:pic>
        <p:nvPicPr>
          <p:cNvPr id="261" name="Google Shape;261;g85360d1b6e_0_0"/>
          <p:cNvPicPr preferRelativeResize="0"/>
          <p:nvPr/>
        </p:nvPicPr>
        <p:blipFill>
          <a:blip r:embed="rId3">
            <a:alphaModFix/>
          </a:blip>
          <a:stretch>
            <a:fillRect/>
          </a:stretch>
        </p:blipFill>
        <p:spPr>
          <a:xfrm>
            <a:off x="475100" y="2949077"/>
            <a:ext cx="9455676" cy="5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85360d1b6e_0_5"/>
          <p:cNvSpPr txBox="1"/>
          <p:nvPr>
            <p:ph type="title"/>
          </p:nvPr>
        </p:nvSpPr>
        <p:spPr>
          <a:xfrm>
            <a:off x="1140175" y="36624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Pruebas de Requerimientos Efectuadas </a:t>
            </a:r>
            <a:endParaRPr/>
          </a:p>
        </p:txBody>
      </p:sp>
      <p:sp>
        <p:nvSpPr>
          <p:cNvPr id="267" name="Google Shape;267;g85360d1b6e_0_5"/>
          <p:cNvSpPr txBox="1"/>
          <p:nvPr>
            <p:ph idx="1" type="body"/>
          </p:nvPr>
        </p:nvSpPr>
        <p:spPr>
          <a:xfrm>
            <a:off x="801500" y="1392250"/>
            <a:ext cx="15482700" cy="8541900"/>
          </a:xfrm>
          <a:prstGeom prst="rect">
            <a:avLst/>
          </a:prstGeom>
        </p:spPr>
        <p:txBody>
          <a:bodyPr anchorCtr="0" anchor="t" bIns="45700" lIns="91425" spcFirstLastPara="1" rIns="91425" wrap="square" tIns="45700">
            <a:noAutofit/>
          </a:bodyPr>
          <a:lstStyle/>
          <a:p>
            <a:pPr indent="0" lvl="0" marL="0" rtl="0" algn="just">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just">
              <a:spcBef>
                <a:spcPts val="300"/>
              </a:spcBef>
              <a:spcAft>
                <a:spcPts val="0"/>
              </a:spcAft>
              <a:buNone/>
            </a:pPr>
            <a:r>
              <a:t/>
            </a:r>
            <a:endParaRPr sz="3000">
              <a:latin typeface="Times New Roman"/>
              <a:ea typeface="Times New Roman"/>
              <a:cs typeface="Times New Roman"/>
              <a:sym typeface="Times New Roman"/>
            </a:endParaRPr>
          </a:p>
        </p:txBody>
      </p:sp>
      <p:pic>
        <p:nvPicPr>
          <p:cNvPr id="268" name="Google Shape;268;g85360d1b6e_0_5"/>
          <p:cNvPicPr preferRelativeResize="0"/>
          <p:nvPr/>
        </p:nvPicPr>
        <p:blipFill rotWithShape="1">
          <a:blip r:embed="rId3">
            <a:alphaModFix/>
          </a:blip>
          <a:srcRect b="0" l="0" r="0" t="0"/>
          <a:stretch/>
        </p:blipFill>
        <p:spPr>
          <a:xfrm>
            <a:off x="8670276" y="6540625"/>
            <a:ext cx="8583751" cy="1712225"/>
          </a:xfrm>
          <a:prstGeom prst="rect">
            <a:avLst/>
          </a:prstGeom>
          <a:noFill/>
          <a:ln>
            <a:noFill/>
          </a:ln>
        </p:spPr>
      </p:pic>
      <p:pic>
        <p:nvPicPr>
          <p:cNvPr id="269" name="Google Shape;269;g85360d1b6e_0_5"/>
          <p:cNvPicPr preferRelativeResize="0"/>
          <p:nvPr/>
        </p:nvPicPr>
        <p:blipFill rotWithShape="1">
          <a:blip r:embed="rId4">
            <a:alphaModFix/>
          </a:blip>
          <a:srcRect b="0" l="0" r="0" t="0"/>
          <a:stretch/>
        </p:blipFill>
        <p:spPr>
          <a:xfrm>
            <a:off x="8588800" y="2107155"/>
            <a:ext cx="8746699" cy="2560807"/>
          </a:xfrm>
          <a:prstGeom prst="rect">
            <a:avLst/>
          </a:prstGeom>
          <a:noFill/>
          <a:ln>
            <a:noFill/>
          </a:ln>
        </p:spPr>
      </p:pic>
      <p:pic>
        <p:nvPicPr>
          <p:cNvPr id="270" name="Google Shape;270;g85360d1b6e_0_5"/>
          <p:cNvPicPr preferRelativeResize="0"/>
          <p:nvPr/>
        </p:nvPicPr>
        <p:blipFill>
          <a:blip r:embed="rId5">
            <a:alphaModFix/>
          </a:blip>
          <a:stretch>
            <a:fillRect/>
          </a:stretch>
        </p:blipFill>
        <p:spPr>
          <a:xfrm>
            <a:off x="1140175" y="2107150"/>
            <a:ext cx="6362550" cy="2882400"/>
          </a:xfrm>
          <a:prstGeom prst="rect">
            <a:avLst/>
          </a:prstGeom>
          <a:noFill/>
          <a:ln>
            <a:noFill/>
          </a:ln>
        </p:spPr>
      </p:pic>
      <p:pic>
        <p:nvPicPr>
          <p:cNvPr id="271" name="Google Shape;271;g85360d1b6e_0_5"/>
          <p:cNvPicPr preferRelativeResize="0"/>
          <p:nvPr/>
        </p:nvPicPr>
        <p:blipFill>
          <a:blip r:embed="rId6">
            <a:alphaModFix/>
          </a:blip>
          <a:stretch>
            <a:fillRect/>
          </a:stretch>
        </p:blipFill>
        <p:spPr>
          <a:xfrm>
            <a:off x="1140175" y="5704450"/>
            <a:ext cx="6362551" cy="2994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88acd31298_0_14"/>
          <p:cNvSpPr txBox="1"/>
          <p:nvPr>
            <p:ph type="title"/>
          </p:nvPr>
        </p:nvSpPr>
        <p:spPr>
          <a:xfrm>
            <a:off x="1140175" y="36624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Pruebas de Requerimientos </a:t>
            </a:r>
            <a:endParaRPr/>
          </a:p>
        </p:txBody>
      </p:sp>
      <p:sp>
        <p:nvSpPr>
          <p:cNvPr id="277" name="Google Shape;277;g88acd31298_0_14"/>
          <p:cNvSpPr txBox="1"/>
          <p:nvPr>
            <p:ph idx="1" type="body"/>
          </p:nvPr>
        </p:nvSpPr>
        <p:spPr>
          <a:xfrm>
            <a:off x="979250" y="872550"/>
            <a:ext cx="15482700" cy="85419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just">
              <a:spcBef>
                <a:spcPts val="300"/>
              </a:spcBef>
              <a:spcAft>
                <a:spcPts val="0"/>
              </a:spcAft>
              <a:buNone/>
            </a:pPr>
            <a:r>
              <a:t/>
            </a:r>
            <a:endParaRPr sz="3000">
              <a:latin typeface="Times New Roman"/>
              <a:ea typeface="Times New Roman"/>
              <a:cs typeface="Times New Roman"/>
              <a:sym typeface="Times New Roman"/>
            </a:endParaRPr>
          </a:p>
        </p:txBody>
      </p:sp>
      <p:pic>
        <p:nvPicPr>
          <p:cNvPr id="278" name="Google Shape;278;g88acd31298_0_14"/>
          <p:cNvPicPr preferRelativeResize="0"/>
          <p:nvPr/>
        </p:nvPicPr>
        <p:blipFill>
          <a:blip r:embed="rId3">
            <a:alphaModFix/>
          </a:blip>
          <a:stretch>
            <a:fillRect/>
          </a:stretch>
        </p:blipFill>
        <p:spPr>
          <a:xfrm>
            <a:off x="1522875" y="1911775"/>
            <a:ext cx="6860226" cy="3689934"/>
          </a:xfrm>
          <a:prstGeom prst="rect">
            <a:avLst/>
          </a:prstGeom>
          <a:noFill/>
          <a:ln>
            <a:noFill/>
          </a:ln>
        </p:spPr>
      </p:pic>
      <p:pic>
        <p:nvPicPr>
          <p:cNvPr id="279" name="Google Shape;279;g88acd31298_0_14"/>
          <p:cNvPicPr preferRelativeResize="0"/>
          <p:nvPr/>
        </p:nvPicPr>
        <p:blipFill>
          <a:blip r:embed="rId4">
            <a:alphaModFix/>
          </a:blip>
          <a:stretch>
            <a:fillRect/>
          </a:stretch>
        </p:blipFill>
        <p:spPr>
          <a:xfrm>
            <a:off x="1522875" y="5807526"/>
            <a:ext cx="6860225" cy="3966369"/>
          </a:xfrm>
          <a:prstGeom prst="rect">
            <a:avLst/>
          </a:prstGeom>
          <a:noFill/>
          <a:ln>
            <a:noFill/>
          </a:ln>
        </p:spPr>
      </p:pic>
      <p:pic>
        <p:nvPicPr>
          <p:cNvPr id="280" name="Google Shape;280;g88acd31298_0_14"/>
          <p:cNvPicPr preferRelativeResize="0"/>
          <p:nvPr/>
        </p:nvPicPr>
        <p:blipFill>
          <a:blip r:embed="rId5">
            <a:alphaModFix/>
          </a:blip>
          <a:stretch>
            <a:fillRect/>
          </a:stretch>
        </p:blipFill>
        <p:spPr>
          <a:xfrm>
            <a:off x="9280813" y="5807525"/>
            <a:ext cx="6860225" cy="3966375"/>
          </a:xfrm>
          <a:prstGeom prst="rect">
            <a:avLst/>
          </a:prstGeom>
          <a:noFill/>
          <a:ln>
            <a:noFill/>
          </a:ln>
        </p:spPr>
      </p:pic>
      <p:pic>
        <p:nvPicPr>
          <p:cNvPr id="281" name="Google Shape;281;g88acd31298_0_14"/>
          <p:cNvPicPr preferRelativeResize="0"/>
          <p:nvPr/>
        </p:nvPicPr>
        <p:blipFill>
          <a:blip r:embed="rId6">
            <a:alphaModFix/>
          </a:blip>
          <a:stretch>
            <a:fillRect/>
          </a:stretch>
        </p:blipFill>
        <p:spPr>
          <a:xfrm>
            <a:off x="9144000" y="1911775"/>
            <a:ext cx="7133839" cy="3689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88acd31298_0_26"/>
          <p:cNvSpPr txBox="1"/>
          <p:nvPr>
            <p:ph type="title"/>
          </p:nvPr>
        </p:nvSpPr>
        <p:spPr>
          <a:xfrm>
            <a:off x="1140175" y="36624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Presentación del SW en operación</a:t>
            </a:r>
            <a:endParaRPr/>
          </a:p>
        </p:txBody>
      </p:sp>
      <p:sp>
        <p:nvSpPr>
          <p:cNvPr id="287" name="Google Shape;287;g88acd31298_0_26"/>
          <p:cNvSpPr txBox="1"/>
          <p:nvPr>
            <p:ph idx="1" type="body"/>
          </p:nvPr>
        </p:nvSpPr>
        <p:spPr>
          <a:xfrm>
            <a:off x="866425" y="1392250"/>
            <a:ext cx="15482700" cy="85419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0" lvl="0" marL="0" rtl="0" algn="just">
              <a:spcBef>
                <a:spcPts val="300"/>
              </a:spcBef>
              <a:spcAft>
                <a:spcPts val="0"/>
              </a:spcAft>
              <a:buNone/>
            </a:pPr>
            <a:r>
              <a:t/>
            </a:r>
            <a:endParaRPr b="1" sz="5700" u="sng">
              <a:latin typeface="Times New Roman"/>
              <a:ea typeface="Times New Roman"/>
              <a:cs typeface="Times New Roman"/>
              <a:sym typeface="Times New Roman"/>
            </a:endParaRPr>
          </a:p>
        </p:txBody>
      </p:sp>
      <p:pic>
        <p:nvPicPr>
          <p:cNvPr descr="Funcionalidades de software" id="288" name="Google Shape;288;g88acd31298_0_26" title="SW_UDLA_Sistema_Restobar">
            <a:hlinkClick r:id="rId3"/>
          </p:cNvPr>
          <p:cNvPicPr preferRelativeResize="0"/>
          <p:nvPr/>
        </p:nvPicPr>
        <p:blipFill>
          <a:blip r:embed="rId4">
            <a:alphaModFix/>
          </a:blip>
          <a:stretch>
            <a:fillRect/>
          </a:stretch>
        </p:blipFill>
        <p:spPr>
          <a:xfrm>
            <a:off x="3449400" y="1534250"/>
            <a:ext cx="11389200" cy="8541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8d8228ba78_0_4"/>
          <p:cNvSpPr txBox="1"/>
          <p:nvPr>
            <p:ph type="title"/>
          </p:nvPr>
        </p:nvSpPr>
        <p:spPr>
          <a:xfrm>
            <a:off x="914400" y="109999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Diagrama de flujo vista Administrador</a:t>
            </a:r>
            <a:endParaRPr/>
          </a:p>
        </p:txBody>
      </p:sp>
      <p:pic>
        <p:nvPicPr>
          <p:cNvPr id="294" name="Google Shape;294;g8d8228ba78_0_4"/>
          <p:cNvPicPr preferRelativeResize="0"/>
          <p:nvPr/>
        </p:nvPicPr>
        <p:blipFill>
          <a:blip r:embed="rId3">
            <a:alphaModFix/>
          </a:blip>
          <a:stretch>
            <a:fillRect/>
          </a:stretch>
        </p:blipFill>
        <p:spPr>
          <a:xfrm>
            <a:off x="3377475" y="2057200"/>
            <a:ext cx="8860390" cy="8159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8d8228ba78_0_10"/>
          <p:cNvSpPr txBox="1"/>
          <p:nvPr>
            <p:ph type="title"/>
          </p:nvPr>
        </p:nvSpPr>
        <p:spPr>
          <a:xfrm>
            <a:off x="914400" y="109999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Diagrama de flujo venta Garzones</a:t>
            </a:r>
            <a:endParaRPr/>
          </a:p>
        </p:txBody>
      </p:sp>
      <p:pic>
        <p:nvPicPr>
          <p:cNvPr id="300" name="Google Shape;300;g8d8228ba78_0_10"/>
          <p:cNvPicPr preferRelativeResize="0"/>
          <p:nvPr/>
        </p:nvPicPr>
        <p:blipFill>
          <a:blip r:embed="rId3">
            <a:alphaModFix/>
          </a:blip>
          <a:stretch>
            <a:fillRect/>
          </a:stretch>
        </p:blipFill>
        <p:spPr>
          <a:xfrm>
            <a:off x="3580925" y="2278401"/>
            <a:ext cx="9602146" cy="80070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860a5c84ad_0_36"/>
          <p:cNvSpPr txBox="1"/>
          <p:nvPr>
            <p:ph type="title"/>
          </p:nvPr>
        </p:nvSpPr>
        <p:spPr>
          <a:xfrm>
            <a:off x="914400" y="109999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Impactos Positivos del proyecto</a:t>
            </a:r>
            <a:endParaRPr/>
          </a:p>
        </p:txBody>
      </p:sp>
      <p:sp>
        <p:nvSpPr>
          <p:cNvPr id="306" name="Google Shape;306;g860a5c84ad_0_36"/>
          <p:cNvSpPr txBox="1"/>
          <p:nvPr>
            <p:ph idx="1" type="body"/>
          </p:nvPr>
        </p:nvSpPr>
        <p:spPr>
          <a:xfrm>
            <a:off x="914400" y="2399925"/>
            <a:ext cx="15617400" cy="7309500"/>
          </a:xfrm>
          <a:prstGeom prst="rect">
            <a:avLst/>
          </a:prstGeom>
        </p:spPr>
        <p:txBody>
          <a:bodyPr anchorCtr="0" anchor="t" bIns="45700" lIns="91425" spcFirstLastPara="1" rIns="91425" wrap="square" tIns="45700">
            <a:noAutofit/>
          </a:bodyPr>
          <a:lstStyle/>
          <a:p>
            <a:pPr indent="0" lvl="0" marL="0" rtl="0" algn="just">
              <a:spcBef>
                <a:spcPts val="300"/>
              </a:spcBef>
              <a:spcAft>
                <a:spcPts val="0"/>
              </a:spcAft>
              <a:buNone/>
            </a:pPr>
            <a:r>
              <a:rPr lang="es-CL" sz="3000">
                <a:latin typeface="Times New Roman"/>
                <a:ea typeface="Times New Roman"/>
                <a:cs typeface="Times New Roman"/>
                <a:sym typeface="Times New Roman"/>
              </a:rPr>
              <a:t>En el </a:t>
            </a:r>
            <a:r>
              <a:rPr lang="es-CL" sz="3000">
                <a:latin typeface="Times New Roman"/>
                <a:ea typeface="Times New Roman"/>
                <a:cs typeface="Times New Roman"/>
                <a:sym typeface="Times New Roman"/>
              </a:rPr>
              <a:t>análisis</a:t>
            </a:r>
            <a:r>
              <a:rPr lang="es-CL" sz="3000">
                <a:latin typeface="Times New Roman"/>
                <a:ea typeface="Times New Roman"/>
                <a:cs typeface="Times New Roman"/>
                <a:sym typeface="Times New Roman"/>
              </a:rPr>
              <a:t> de evaluación del proyecto, focalizamos dentro de este 5 impactos positivos:</a:t>
            </a:r>
            <a:endParaRPr sz="3000">
              <a:latin typeface="Times New Roman"/>
              <a:ea typeface="Times New Roman"/>
              <a:cs typeface="Times New Roman"/>
              <a:sym typeface="Times New Roman"/>
            </a:endParaRPr>
          </a:p>
          <a:p>
            <a:pPr indent="0" lvl="0" marL="0" rtl="0" algn="just">
              <a:spcBef>
                <a:spcPts val="300"/>
              </a:spcBef>
              <a:spcAft>
                <a:spcPts val="0"/>
              </a:spcAft>
              <a:buNone/>
            </a:pPr>
            <a:r>
              <a:t/>
            </a:r>
            <a:endParaRPr sz="3000">
              <a:latin typeface="Times New Roman"/>
              <a:ea typeface="Times New Roman"/>
              <a:cs typeface="Times New Roman"/>
              <a:sym typeface="Times New Roman"/>
            </a:endParaRPr>
          </a:p>
          <a:p>
            <a:pPr indent="-419100" lvl="0" marL="457200" rtl="0" algn="just">
              <a:spcBef>
                <a:spcPts val="300"/>
              </a:spcBef>
              <a:spcAft>
                <a:spcPts val="0"/>
              </a:spcAft>
              <a:buSzPts val="3000"/>
              <a:buFont typeface="Times New Roman"/>
              <a:buChar char="●"/>
            </a:pPr>
            <a:r>
              <a:rPr lang="es-CL" sz="3000">
                <a:latin typeface="Times New Roman"/>
                <a:ea typeface="Times New Roman"/>
                <a:cs typeface="Times New Roman"/>
                <a:sym typeface="Times New Roman"/>
              </a:rPr>
              <a:t>Fortalecimiento del control de productos de nuestro cliente.</a:t>
            </a:r>
            <a:endParaRPr sz="3000">
              <a:latin typeface="Times New Roman"/>
              <a:ea typeface="Times New Roman"/>
              <a:cs typeface="Times New Roman"/>
              <a:sym typeface="Times New Roman"/>
            </a:endParaRPr>
          </a:p>
          <a:p>
            <a:pPr indent="-419100" lvl="0" marL="457200" rtl="0" algn="just">
              <a:spcBef>
                <a:spcPts val="0"/>
              </a:spcBef>
              <a:spcAft>
                <a:spcPts val="0"/>
              </a:spcAft>
              <a:buSzPts val="3000"/>
              <a:buFont typeface="Times New Roman"/>
              <a:buChar char="●"/>
            </a:pPr>
            <a:r>
              <a:rPr lang="es-CL" sz="3000">
                <a:latin typeface="Times New Roman"/>
                <a:ea typeface="Times New Roman"/>
                <a:cs typeface="Times New Roman"/>
                <a:sym typeface="Times New Roman"/>
              </a:rPr>
              <a:t>Administración y gestión </a:t>
            </a:r>
            <a:r>
              <a:rPr lang="es-CL" sz="3000">
                <a:latin typeface="Times New Roman"/>
                <a:ea typeface="Times New Roman"/>
                <a:cs typeface="Times New Roman"/>
                <a:sym typeface="Times New Roman"/>
              </a:rPr>
              <a:t>ágil</a:t>
            </a:r>
            <a:r>
              <a:rPr lang="es-CL" sz="3000">
                <a:latin typeface="Times New Roman"/>
                <a:ea typeface="Times New Roman"/>
                <a:cs typeface="Times New Roman"/>
                <a:sym typeface="Times New Roman"/>
              </a:rPr>
              <a:t> dentro de la estructura </a:t>
            </a:r>
            <a:r>
              <a:rPr lang="es-CL" sz="3000">
                <a:latin typeface="Times New Roman"/>
                <a:ea typeface="Times New Roman"/>
                <a:cs typeface="Times New Roman"/>
                <a:sym typeface="Times New Roman"/>
              </a:rPr>
              <a:t>jerárquica</a:t>
            </a:r>
            <a:r>
              <a:rPr lang="es-CL" sz="3000">
                <a:latin typeface="Times New Roman"/>
                <a:ea typeface="Times New Roman"/>
                <a:cs typeface="Times New Roman"/>
                <a:sym typeface="Times New Roman"/>
              </a:rPr>
              <a:t> de la empresa.</a:t>
            </a:r>
            <a:endParaRPr sz="3000">
              <a:latin typeface="Times New Roman"/>
              <a:ea typeface="Times New Roman"/>
              <a:cs typeface="Times New Roman"/>
              <a:sym typeface="Times New Roman"/>
            </a:endParaRPr>
          </a:p>
          <a:p>
            <a:pPr indent="-419100" lvl="4" marL="2743200" rtl="0" algn="just">
              <a:spcBef>
                <a:spcPts val="0"/>
              </a:spcBef>
              <a:spcAft>
                <a:spcPts val="0"/>
              </a:spcAft>
              <a:buSzPts val="3000"/>
              <a:buFont typeface="Times New Roman"/>
              <a:buChar char="○"/>
            </a:pPr>
            <a:r>
              <a:rPr lang="es-CL" sz="3000">
                <a:latin typeface="Times New Roman"/>
                <a:ea typeface="Times New Roman"/>
                <a:cs typeface="Times New Roman"/>
                <a:sym typeface="Times New Roman"/>
              </a:rPr>
              <a:t>Administrador</a:t>
            </a:r>
            <a:endParaRPr sz="3000">
              <a:latin typeface="Times New Roman"/>
              <a:ea typeface="Times New Roman"/>
              <a:cs typeface="Times New Roman"/>
              <a:sym typeface="Times New Roman"/>
            </a:endParaRPr>
          </a:p>
          <a:p>
            <a:pPr indent="-419100" lvl="4" marL="2743200" rtl="0" algn="just">
              <a:spcBef>
                <a:spcPts val="0"/>
              </a:spcBef>
              <a:spcAft>
                <a:spcPts val="0"/>
              </a:spcAft>
              <a:buSzPts val="3000"/>
              <a:buFont typeface="Times New Roman"/>
              <a:buChar char="○"/>
            </a:pPr>
            <a:r>
              <a:rPr lang="es-CL" sz="3000">
                <a:latin typeface="Times New Roman"/>
                <a:ea typeface="Times New Roman"/>
                <a:cs typeface="Times New Roman"/>
                <a:sym typeface="Times New Roman"/>
              </a:rPr>
              <a:t>Cajero</a:t>
            </a:r>
            <a:endParaRPr sz="3000">
              <a:latin typeface="Times New Roman"/>
              <a:ea typeface="Times New Roman"/>
              <a:cs typeface="Times New Roman"/>
              <a:sym typeface="Times New Roman"/>
            </a:endParaRPr>
          </a:p>
          <a:p>
            <a:pPr indent="-419100" lvl="4" marL="2743200" rtl="0" algn="just">
              <a:spcBef>
                <a:spcPts val="0"/>
              </a:spcBef>
              <a:spcAft>
                <a:spcPts val="0"/>
              </a:spcAft>
              <a:buSzPts val="3000"/>
              <a:buFont typeface="Times New Roman"/>
              <a:buChar char="○"/>
            </a:pPr>
            <a:r>
              <a:rPr lang="es-CL" sz="3000">
                <a:latin typeface="Times New Roman"/>
                <a:ea typeface="Times New Roman"/>
                <a:cs typeface="Times New Roman"/>
                <a:sym typeface="Times New Roman"/>
              </a:rPr>
              <a:t>Garzones</a:t>
            </a:r>
            <a:endParaRPr sz="3000">
              <a:latin typeface="Times New Roman"/>
              <a:ea typeface="Times New Roman"/>
              <a:cs typeface="Times New Roman"/>
              <a:sym typeface="Times New Roman"/>
            </a:endParaRPr>
          </a:p>
          <a:p>
            <a:pPr indent="-419100" lvl="0" marL="457200" rtl="0" algn="just">
              <a:spcBef>
                <a:spcPts val="0"/>
              </a:spcBef>
              <a:spcAft>
                <a:spcPts val="0"/>
              </a:spcAft>
              <a:buSzPts val="3000"/>
              <a:buFont typeface="Times New Roman"/>
              <a:buChar char="●"/>
            </a:pPr>
            <a:r>
              <a:rPr lang="es-CL" sz="3000">
                <a:latin typeface="Times New Roman"/>
                <a:ea typeface="Times New Roman"/>
                <a:cs typeface="Times New Roman"/>
                <a:sym typeface="Times New Roman"/>
              </a:rPr>
              <a:t>Mejor atención a los clientes del local, reduciendo </a:t>
            </a:r>
            <a:endParaRPr sz="3000">
              <a:latin typeface="Times New Roman"/>
              <a:ea typeface="Times New Roman"/>
              <a:cs typeface="Times New Roman"/>
              <a:sym typeface="Times New Roman"/>
            </a:endParaRPr>
          </a:p>
          <a:p>
            <a:pPr indent="0" lvl="0" marL="0" rtl="0" algn="just">
              <a:spcBef>
                <a:spcPts val="300"/>
              </a:spcBef>
              <a:spcAft>
                <a:spcPts val="0"/>
              </a:spcAft>
              <a:buNone/>
            </a:pPr>
            <a:r>
              <a:rPr lang="es-CL" sz="3000">
                <a:latin typeface="Times New Roman"/>
                <a:ea typeface="Times New Roman"/>
                <a:cs typeface="Times New Roman"/>
                <a:sym typeface="Times New Roman"/>
              </a:rPr>
              <a:t>     los tiempos de llegada de productos a mesa.</a:t>
            </a:r>
            <a:endParaRPr sz="3000">
              <a:latin typeface="Times New Roman"/>
              <a:ea typeface="Times New Roman"/>
              <a:cs typeface="Times New Roman"/>
              <a:sym typeface="Times New Roman"/>
            </a:endParaRPr>
          </a:p>
          <a:p>
            <a:pPr indent="-419100" lvl="0" marL="457200" rtl="0" algn="just">
              <a:spcBef>
                <a:spcPts val="300"/>
              </a:spcBef>
              <a:spcAft>
                <a:spcPts val="0"/>
              </a:spcAft>
              <a:buSzPts val="3000"/>
              <a:buFont typeface="Times New Roman"/>
              <a:buChar char="●"/>
            </a:pPr>
            <a:r>
              <a:rPr lang="es-CL" sz="3000">
                <a:latin typeface="Times New Roman"/>
                <a:ea typeface="Times New Roman"/>
                <a:cs typeface="Times New Roman"/>
                <a:sym typeface="Times New Roman"/>
              </a:rPr>
              <a:t>Generación de un </a:t>
            </a:r>
            <a:r>
              <a:rPr lang="es-CL" sz="3000">
                <a:latin typeface="Times New Roman"/>
                <a:ea typeface="Times New Roman"/>
                <a:cs typeface="Times New Roman"/>
                <a:sym typeface="Times New Roman"/>
              </a:rPr>
              <a:t>análisis</a:t>
            </a:r>
            <a:r>
              <a:rPr lang="es-CL" sz="3000">
                <a:latin typeface="Times New Roman"/>
                <a:ea typeface="Times New Roman"/>
                <a:cs typeface="Times New Roman"/>
                <a:sym typeface="Times New Roman"/>
              </a:rPr>
              <a:t> mensual, semestral </a:t>
            </a:r>
            <a:endParaRPr sz="3000">
              <a:latin typeface="Times New Roman"/>
              <a:ea typeface="Times New Roman"/>
              <a:cs typeface="Times New Roman"/>
              <a:sym typeface="Times New Roman"/>
            </a:endParaRPr>
          </a:p>
          <a:p>
            <a:pPr indent="0" lvl="0" marL="0" rtl="0" algn="just">
              <a:spcBef>
                <a:spcPts val="300"/>
              </a:spcBef>
              <a:spcAft>
                <a:spcPts val="0"/>
              </a:spcAft>
              <a:buNone/>
            </a:pPr>
            <a:r>
              <a:rPr lang="es-CL" sz="3000">
                <a:latin typeface="Times New Roman"/>
                <a:ea typeface="Times New Roman"/>
                <a:cs typeface="Times New Roman"/>
                <a:sym typeface="Times New Roman"/>
              </a:rPr>
              <a:t>     y anual de las ventas, lo que </a:t>
            </a:r>
            <a:r>
              <a:rPr lang="es-CL" sz="3000">
                <a:latin typeface="Times New Roman"/>
                <a:ea typeface="Times New Roman"/>
                <a:cs typeface="Times New Roman"/>
                <a:sym typeface="Times New Roman"/>
              </a:rPr>
              <a:t>permitirá</a:t>
            </a:r>
            <a:r>
              <a:rPr lang="es-CL" sz="3000">
                <a:latin typeface="Times New Roman"/>
                <a:ea typeface="Times New Roman"/>
                <a:cs typeface="Times New Roman"/>
                <a:sym typeface="Times New Roman"/>
              </a:rPr>
              <a:t> un mejor control </a:t>
            </a:r>
            <a:endParaRPr sz="3000">
              <a:latin typeface="Times New Roman"/>
              <a:ea typeface="Times New Roman"/>
              <a:cs typeface="Times New Roman"/>
              <a:sym typeface="Times New Roman"/>
            </a:endParaRPr>
          </a:p>
          <a:p>
            <a:pPr indent="0" lvl="0" marL="0" rtl="0" algn="just">
              <a:spcBef>
                <a:spcPts val="300"/>
              </a:spcBef>
              <a:spcAft>
                <a:spcPts val="0"/>
              </a:spcAft>
              <a:buNone/>
            </a:pPr>
            <a:r>
              <a:rPr lang="es-CL" sz="3000">
                <a:latin typeface="Times New Roman"/>
                <a:ea typeface="Times New Roman"/>
                <a:cs typeface="Times New Roman"/>
                <a:sym typeface="Times New Roman"/>
              </a:rPr>
              <a:t>    de solicitudes.</a:t>
            </a:r>
            <a:endParaRPr sz="3000">
              <a:latin typeface="Times New Roman"/>
              <a:ea typeface="Times New Roman"/>
              <a:cs typeface="Times New Roman"/>
              <a:sym typeface="Times New Roman"/>
            </a:endParaRPr>
          </a:p>
          <a:p>
            <a:pPr indent="-419100" lvl="0" marL="457200" rtl="0" algn="just">
              <a:spcBef>
                <a:spcPts val="300"/>
              </a:spcBef>
              <a:spcAft>
                <a:spcPts val="0"/>
              </a:spcAft>
              <a:buSzPts val="3000"/>
              <a:buFont typeface="Times New Roman"/>
              <a:buChar char="●"/>
            </a:pPr>
            <a:r>
              <a:rPr lang="es-CL" sz="3000">
                <a:latin typeface="Times New Roman"/>
                <a:ea typeface="Times New Roman"/>
                <a:cs typeface="Times New Roman"/>
                <a:sym typeface="Times New Roman"/>
              </a:rPr>
              <a:t>Estructura de datos que </a:t>
            </a:r>
            <a:r>
              <a:rPr lang="es-CL" sz="3000">
                <a:latin typeface="Times New Roman"/>
                <a:ea typeface="Times New Roman"/>
                <a:cs typeface="Times New Roman"/>
                <a:sym typeface="Times New Roman"/>
              </a:rPr>
              <a:t>permitirá</a:t>
            </a:r>
            <a:r>
              <a:rPr lang="es-CL" sz="3000">
                <a:latin typeface="Times New Roman"/>
                <a:ea typeface="Times New Roman"/>
                <a:cs typeface="Times New Roman"/>
                <a:sym typeface="Times New Roman"/>
              </a:rPr>
              <a:t> un estudio analitico del negocio para mejorar sus estrategias frente al mercado.</a:t>
            </a:r>
            <a:endParaRPr sz="3000">
              <a:latin typeface="Times New Roman"/>
              <a:ea typeface="Times New Roman"/>
              <a:cs typeface="Times New Roman"/>
              <a:sym typeface="Times New Roman"/>
            </a:endParaRPr>
          </a:p>
        </p:txBody>
      </p:sp>
      <p:pic>
        <p:nvPicPr>
          <p:cNvPr id="307" name="Google Shape;307;g860a5c84ad_0_36"/>
          <p:cNvPicPr preferRelativeResize="0"/>
          <p:nvPr/>
        </p:nvPicPr>
        <p:blipFill>
          <a:blip r:embed="rId3">
            <a:alphaModFix/>
          </a:blip>
          <a:stretch>
            <a:fillRect/>
          </a:stretch>
        </p:blipFill>
        <p:spPr>
          <a:xfrm>
            <a:off x="10491075" y="4635688"/>
            <a:ext cx="5581650" cy="3343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860a5c84ad_0_41"/>
          <p:cNvSpPr txBox="1"/>
          <p:nvPr>
            <p:ph type="title"/>
          </p:nvPr>
        </p:nvSpPr>
        <p:spPr>
          <a:xfrm>
            <a:off x="914400" y="109999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Impactos Negativos del Proyecto</a:t>
            </a:r>
            <a:endParaRPr/>
          </a:p>
        </p:txBody>
      </p:sp>
      <p:sp>
        <p:nvSpPr>
          <p:cNvPr id="313" name="Google Shape;313;g860a5c84ad_0_41"/>
          <p:cNvSpPr txBox="1"/>
          <p:nvPr>
            <p:ph idx="1" type="body"/>
          </p:nvPr>
        </p:nvSpPr>
        <p:spPr>
          <a:xfrm>
            <a:off x="914400" y="2399925"/>
            <a:ext cx="15617400" cy="7309500"/>
          </a:xfrm>
          <a:prstGeom prst="rect">
            <a:avLst/>
          </a:prstGeom>
        </p:spPr>
        <p:txBody>
          <a:bodyPr anchorCtr="0" anchor="t" bIns="45700" lIns="91425" spcFirstLastPara="1" rIns="91425" wrap="square" tIns="45700">
            <a:noAutofit/>
          </a:bodyPr>
          <a:lstStyle/>
          <a:p>
            <a:pPr indent="0" lvl="0" marL="0" rtl="0" algn="ctr">
              <a:spcBef>
                <a:spcPts val="300"/>
              </a:spcBef>
              <a:spcAft>
                <a:spcPts val="0"/>
              </a:spcAft>
              <a:buNone/>
            </a:pPr>
            <a:r>
              <a:rPr lang="es-CL" sz="3000">
                <a:latin typeface="Times New Roman"/>
                <a:ea typeface="Times New Roman"/>
                <a:cs typeface="Times New Roman"/>
                <a:sym typeface="Times New Roman"/>
              </a:rPr>
              <a:t>El proyecto, post entrega, puede verse afectado negativamente si no se abordan claramente las solicitudes de los interesados.</a:t>
            </a:r>
            <a:endParaRPr sz="3000">
              <a:latin typeface="Times New Roman"/>
              <a:ea typeface="Times New Roman"/>
              <a:cs typeface="Times New Roman"/>
              <a:sym typeface="Times New Roman"/>
            </a:endParaRPr>
          </a:p>
          <a:p>
            <a:pPr indent="0" lvl="0" marL="0" rtl="0" algn="l">
              <a:spcBef>
                <a:spcPts val="300"/>
              </a:spcBef>
              <a:spcAft>
                <a:spcPts val="0"/>
              </a:spcAft>
              <a:buNone/>
            </a:pPr>
            <a:r>
              <a:t/>
            </a:r>
            <a:endParaRPr sz="3000">
              <a:latin typeface="Times New Roman"/>
              <a:ea typeface="Times New Roman"/>
              <a:cs typeface="Times New Roman"/>
              <a:sym typeface="Times New Roman"/>
            </a:endParaRPr>
          </a:p>
          <a:p>
            <a:pPr indent="-419100" lvl="0" marL="457200" rtl="0" algn="l">
              <a:spcBef>
                <a:spcPts val="300"/>
              </a:spcBef>
              <a:spcAft>
                <a:spcPts val="0"/>
              </a:spcAft>
              <a:buSzPts val="3000"/>
              <a:buFont typeface="Times New Roman"/>
              <a:buChar char="●"/>
            </a:pPr>
            <a:r>
              <a:rPr lang="es-CL" sz="3000">
                <a:latin typeface="Times New Roman"/>
                <a:ea typeface="Times New Roman"/>
                <a:cs typeface="Times New Roman"/>
                <a:sym typeface="Times New Roman"/>
              </a:rPr>
              <a:t>Rotación constante de personal (</a:t>
            </a:r>
            <a:r>
              <a:rPr lang="es-CL" sz="3000">
                <a:latin typeface="Times New Roman"/>
                <a:ea typeface="Times New Roman"/>
                <a:cs typeface="Times New Roman"/>
                <a:sym typeface="Times New Roman"/>
              </a:rPr>
              <a:t>Reticencia al cambio o negación al uso de la plataforma</a:t>
            </a:r>
            <a:r>
              <a:rPr lang="es-CL" sz="3000">
                <a:latin typeface="Times New Roman"/>
                <a:ea typeface="Times New Roman"/>
                <a:cs typeface="Times New Roman"/>
                <a:sym typeface="Times New Roman"/>
              </a:rPr>
              <a:t>) que afecta directamente a:</a:t>
            </a:r>
            <a:endParaRPr sz="3000">
              <a:latin typeface="Times New Roman"/>
              <a:ea typeface="Times New Roman"/>
              <a:cs typeface="Times New Roman"/>
              <a:sym typeface="Times New Roman"/>
            </a:endParaRPr>
          </a:p>
          <a:p>
            <a:pPr indent="-419100" lvl="5" marL="2743200" rtl="0" algn="l">
              <a:spcBef>
                <a:spcPts val="0"/>
              </a:spcBef>
              <a:spcAft>
                <a:spcPts val="0"/>
              </a:spcAft>
              <a:buSzPts val="3000"/>
              <a:buFont typeface="Times New Roman"/>
              <a:buChar char="■"/>
            </a:pPr>
            <a:r>
              <a:rPr lang="es-CL" sz="3000">
                <a:latin typeface="Times New Roman"/>
                <a:ea typeface="Times New Roman"/>
                <a:cs typeface="Times New Roman"/>
                <a:sym typeface="Times New Roman"/>
              </a:rPr>
              <a:t>Administrador.</a:t>
            </a:r>
            <a:endParaRPr sz="3000">
              <a:latin typeface="Times New Roman"/>
              <a:ea typeface="Times New Roman"/>
              <a:cs typeface="Times New Roman"/>
              <a:sym typeface="Times New Roman"/>
            </a:endParaRPr>
          </a:p>
          <a:p>
            <a:pPr indent="-419100" lvl="5" marL="2743200" rtl="0" algn="l">
              <a:spcBef>
                <a:spcPts val="0"/>
              </a:spcBef>
              <a:spcAft>
                <a:spcPts val="0"/>
              </a:spcAft>
              <a:buSzPts val="3000"/>
              <a:buFont typeface="Times New Roman"/>
              <a:buChar char="■"/>
            </a:pPr>
            <a:r>
              <a:rPr lang="es-CL" sz="3000">
                <a:latin typeface="Times New Roman"/>
                <a:ea typeface="Times New Roman"/>
                <a:cs typeface="Times New Roman"/>
                <a:sym typeface="Times New Roman"/>
              </a:rPr>
              <a:t>Garzones.</a:t>
            </a:r>
            <a:endParaRPr sz="3000">
              <a:latin typeface="Times New Roman"/>
              <a:ea typeface="Times New Roman"/>
              <a:cs typeface="Times New Roman"/>
              <a:sym typeface="Times New Roman"/>
            </a:endParaRPr>
          </a:p>
          <a:p>
            <a:pPr indent="-419100" lvl="5" marL="2743200" rtl="0" algn="l">
              <a:spcBef>
                <a:spcPts val="0"/>
              </a:spcBef>
              <a:spcAft>
                <a:spcPts val="0"/>
              </a:spcAft>
              <a:buSzPts val="3000"/>
              <a:buFont typeface="Times New Roman"/>
              <a:buChar char="■"/>
            </a:pPr>
            <a:r>
              <a:rPr lang="es-CL" sz="3000">
                <a:latin typeface="Times New Roman"/>
                <a:ea typeface="Times New Roman"/>
                <a:cs typeface="Times New Roman"/>
                <a:sym typeface="Times New Roman"/>
              </a:rPr>
              <a:t>Caja.</a:t>
            </a:r>
            <a:endParaRPr sz="3000">
              <a:latin typeface="Times New Roman"/>
              <a:ea typeface="Times New Roman"/>
              <a:cs typeface="Times New Roman"/>
              <a:sym typeface="Times New Roman"/>
            </a:endParaRPr>
          </a:p>
          <a:p>
            <a:pPr indent="0" lvl="0" marL="2286000" rtl="0" algn="l">
              <a:spcBef>
                <a:spcPts val="300"/>
              </a:spcBef>
              <a:spcAft>
                <a:spcPts val="0"/>
              </a:spcAft>
              <a:buNone/>
            </a:pPr>
            <a:r>
              <a:t/>
            </a:r>
            <a:endParaRPr sz="3000">
              <a:latin typeface="Times New Roman"/>
              <a:ea typeface="Times New Roman"/>
              <a:cs typeface="Times New Roman"/>
              <a:sym typeface="Times New Roman"/>
            </a:endParaRPr>
          </a:p>
          <a:p>
            <a:pPr indent="0" lvl="0" marL="2286000" rtl="0" algn="l">
              <a:spcBef>
                <a:spcPts val="300"/>
              </a:spcBef>
              <a:spcAft>
                <a:spcPts val="0"/>
              </a:spcAft>
              <a:buNone/>
            </a:pPr>
            <a:r>
              <a:t/>
            </a:r>
            <a:endParaRPr sz="3000">
              <a:latin typeface="Times New Roman"/>
              <a:ea typeface="Times New Roman"/>
              <a:cs typeface="Times New Roman"/>
              <a:sym typeface="Times New Roman"/>
            </a:endParaRPr>
          </a:p>
          <a:p>
            <a:pPr indent="0" lvl="0" marL="2286000" rtl="0" algn="l">
              <a:spcBef>
                <a:spcPts val="300"/>
              </a:spcBef>
              <a:spcAft>
                <a:spcPts val="0"/>
              </a:spcAft>
              <a:buNone/>
            </a:pPr>
            <a:r>
              <a:t/>
            </a:r>
            <a:endParaRPr sz="3000">
              <a:latin typeface="Times New Roman"/>
              <a:ea typeface="Times New Roman"/>
              <a:cs typeface="Times New Roman"/>
              <a:sym typeface="Times New Roman"/>
            </a:endParaRPr>
          </a:p>
          <a:p>
            <a:pPr indent="-419100" lvl="0" marL="457200" rtl="0" algn="l">
              <a:spcBef>
                <a:spcPts val="300"/>
              </a:spcBef>
              <a:spcAft>
                <a:spcPts val="0"/>
              </a:spcAft>
              <a:buSzPts val="3000"/>
              <a:buFont typeface="Times New Roman"/>
              <a:buChar char="●"/>
            </a:pPr>
            <a:r>
              <a:rPr lang="es-CL" sz="3000">
                <a:latin typeface="Times New Roman"/>
                <a:ea typeface="Times New Roman"/>
                <a:cs typeface="Times New Roman"/>
                <a:sym typeface="Times New Roman"/>
              </a:rPr>
              <a:t>Interpretación de datos y reportes </a:t>
            </a:r>
            <a:r>
              <a:rPr lang="es-CL" sz="3000">
                <a:latin typeface="Times New Roman"/>
                <a:ea typeface="Times New Roman"/>
                <a:cs typeface="Times New Roman"/>
                <a:sym typeface="Times New Roman"/>
              </a:rPr>
              <a:t>errónea</a:t>
            </a:r>
            <a:r>
              <a:rPr lang="es-CL" sz="3000">
                <a:latin typeface="Times New Roman"/>
                <a:ea typeface="Times New Roman"/>
                <a:cs typeface="Times New Roman"/>
                <a:sym typeface="Times New Roman"/>
              </a:rPr>
              <a:t> que puede llevar a </a:t>
            </a:r>
            <a:r>
              <a:rPr lang="es-CL" sz="3000">
                <a:latin typeface="Times New Roman"/>
                <a:ea typeface="Times New Roman"/>
                <a:cs typeface="Times New Roman"/>
                <a:sym typeface="Times New Roman"/>
              </a:rPr>
              <a:t>decisiones</a:t>
            </a:r>
            <a:r>
              <a:rPr lang="es-CL" sz="3000">
                <a:latin typeface="Times New Roman"/>
                <a:ea typeface="Times New Roman"/>
                <a:cs typeface="Times New Roman"/>
                <a:sym typeface="Times New Roman"/>
              </a:rPr>
              <a:t> fatales para el negocio, afectado por:</a:t>
            </a:r>
            <a:endParaRPr sz="3000">
              <a:latin typeface="Times New Roman"/>
              <a:ea typeface="Times New Roman"/>
              <a:cs typeface="Times New Roman"/>
              <a:sym typeface="Times New Roman"/>
            </a:endParaRPr>
          </a:p>
          <a:p>
            <a:pPr indent="-419100" lvl="5" marL="2743200" rtl="0" algn="l">
              <a:spcBef>
                <a:spcPts val="0"/>
              </a:spcBef>
              <a:spcAft>
                <a:spcPts val="0"/>
              </a:spcAft>
              <a:buSzPts val="3000"/>
              <a:buFont typeface="Times New Roman"/>
              <a:buChar char="■"/>
            </a:pPr>
            <a:r>
              <a:rPr lang="es-CL" sz="3000">
                <a:latin typeface="Times New Roman"/>
                <a:ea typeface="Times New Roman"/>
                <a:cs typeface="Times New Roman"/>
                <a:sym typeface="Times New Roman"/>
              </a:rPr>
              <a:t>Falta de un profesional analitico dentro de la gestión del negocio.</a:t>
            </a:r>
            <a:endParaRPr sz="3000">
              <a:latin typeface="Times New Roman"/>
              <a:ea typeface="Times New Roman"/>
              <a:cs typeface="Times New Roman"/>
              <a:sym typeface="Times New Roman"/>
            </a:endParaRPr>
          </a:p>
          <a:p>
            <a:pPr indent="0" lvl="0" marL="457200" rtl="0" algn="l">
              <a:spcBef>
                <a:spcPts val="300"/>
              </a:spcBef>
              <a:spcAft>
                <a:spcPts val="0"/>
              </a:spcAft>
              <a:buNone/>
            </a:pPr>
            <a:r>
              <a:rPr lang="es-CL" sz="3000">
                <a:latin typeface="Times New Roman"/>
                <a:ea typeface="Times New Roman"/>
                <a:cs typeface="Times New Roman"/>
                <a:sym typeface="Times New Roman"/>
              </a:rPr>
              <a:t>					</a:t>
            </a:r>
            <a:endParaRPr sz="3000">
              <a:latin typeface="Times New Roman"/>
              <a:ea typeface="Times New Roman"/>
              <a:cs typeface="Times New Roman"/>
              <a:sym typeface="Times New Roman"/>
            </a:endParaRPr>
          </a:p>
        </p:txBody>
      </p:sp>
      <p:pic>
        <p:nvPicPr>
          <p:cNvPr id="314" name="Google Shape;314;g860a5c84ad_0_41"/>
          <p:cNvPicPr preferRelativeResize="0"/>
          <p:nvPr/>
        </p:nvPicPr>
        <p:blipFill>
          <a:blip r:embed="rId3">
            <a:alphaModFix/>
          </a:blip>
          <a:stretch>
            <a:fillRect/>
          </a:stretch>
        </p:blipFill>
        <p:spPr>
          <a:xfrm>
            <a:off x="9602600" y="4643775"/>
            <a:ext cx="4836225" cy="2821800"/>
          </a:xfrm>
          <a:prstGeom prst="rect">
            <a:avLst/>
          </a:prstGeom>
          <a:noFill/>
          <a:ln>
            <a:noFill/>
          </a:ln>
          <a:effectLst>
            <a:outerShdw blurRad="328613" rotWithShape="0" algn="bl" dir="18360000" dist="257175">
              <a:srgbClr val="000000">
                <a:alpha val="14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76f6c50663_0_33"/>
          <p:cNvSpPr txBox="1"/>
          <p:nvPr>
            <p:ph type="title"/>
          </p:nvPr>
        </p:nvSpPr>
        <p:spPr>
          <a:xfrm>
            <a:off x="2709195" y="136038"/>
            <a:ext cx="14935201" cy="1026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Century Schoolbook"/>
              <a:buNone/>
            </a:pPr>
            <a:r>
              <a:rPr lang="es-CL"/>
              <a:t>                         </a:t>
            </a:r>
            <a:r>
              <a:rPr b="1" lang="es-CL" sz="4200"/>
              <a:t>Matriz de riesgo</a:t>
            </a:r>
            <a:endParaRPr b="1" sz="4200"/>
          </a:p>
        </p:txBody>
      </p:sp>
      <p:pic>
        <p:nvPicPr>
          <p:cNvPr id="320" name="Google Shape;320;g76f6c50663_0_33"/>
          <p:cNvPicPr preferRelativeResize="0"/>
          <p:nvPr/>
        </p:nvPicPr>
        <p:blipFill>
          <a:blip r:embed="rId3">
            <a:alphaModFix/>
          </a:blip>
          <a:stretch>
            <a:fillRect/>
          </a:stretch>
        </p:blipFill>
        <p:spPr>
          <a:xfrm>
            <a:off x="11553175" y="1390651"/>
            <a:ext cx="3590925" cy="4098001"/>
          </a:xfrm>
          <a:prstGeom prst="rect">
            <a:avLst/>
          </a:prstGeom>
          <a:noFill/>
          <a:ln>
            <a:noFill/>
          </a:ln>
        </p:spPr>
      </p:pic>
      <p:pic>
        <p:nvPicPr>
          <p:cNvPr id="321" name="Google Shape;321;g76f6c50663_0_33"/>
          <p:cNvPicPr preferRelativeResize="0"/>
          <p:nvPr/>
        </p:nvPicPr>
        <p:blipFill>
          <a:blip r:embed="rId4">
            <a:alphaModFix/>
          </a:blip>
          <a:stretch>
            <a:fillRect/>
          </a:stretch>
        </p:blipFill>
        <p:spPr>
          <a:xfrm>
            <a:off x="11616012" y="6053225"/>
            <a:ext cx="3617656" cy="3867150"/>
          </a:xfrm>
          <a:prstGeom prst="rect">
            <a:avLst/>
          </a:prstGeom>
          <a:noFill/>
          <a:ln>
            <a:noFill/>
          </a:ln>
        </p:spPr>
      </p:pic>
      <p:pic>
        <p:nvPicPr>
          <p:cNvPr id="322" name="Google Shape;322;g76f6c50663_0_33"/>
          <p:cNvPicPr preferRelativeResize="0"/>
          <p:nvPr/>
        </p:nvPicPr>
        <p:blipFill>
          <a:blip r:embed="rId5">
            <a:alphaModFix/>
          </a:blip>
          <a:stretch>
            <a:fillRect/>
          </a:stretch>
        </p:blipFill>
        <p:spPr>
          <a:xfrm>
            <a:off x="15436099" y="2728777"/>
            <a:ext cx="1870400" cy="4630350"/>
          </a:xfrm>
          <a:prstGeom prst="rect">
            <a:avLst/>
          </a:prstGeom>
          <a:noFill/>
          <a:ln>
            <a:noFill/>
          </a:ln>
        </p:spPr>
      </p:pic>
      <p:pic>
        <p:nvPicPr>
          <p:cNvPr id="323" name="Google Shape;323;g76f6c50663_0_33"/>
          <p:cNvPicPr preferRelativeResize="0"/>
          <p:nvPr/>
        </p:nvPicPr>
        <p:blipFill>
          <a:blip r:embed="rId6">
            <a:alphaModFix/>
          </a:blip>
          <a:stretch>
            <a:fillRect/>
          </a:stretch>
        </p:blipFill>
        <p:spPr>
          <a:xfrm>
            <a:off x="457950" y="1333975"/>
            <a:ext cx="10527700" cy="86129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76f6c50663_0_39"/>
          <p:cNvSpPr txBox="1"/>
          <p:nvPr>
            <p:ph type="title"/>
          </p:nvPr>
        </p:nvSpPr>
        <p:spPr>
          <a:xfrm>
            <a:off x="1740795" y="198713"/>
            <a:ext cx="14935201" cy="1026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Century Schoolbook"/>
              <a:buNone/>
            </a:pPr>
            <a:r>
              <a:rPr lang="es-CL"/>
              <a:t>                         </a:t>
            </a:r>
            <a:r>
              <a:rPr b="1" lang="es-CL" sz="4200"/>
              <a:t>Control de Riesgo</a:t>
            </a:r>
            <a:endParaRPr b="1" sz="4200"/>
          </a:p>
        </p:txBody>
      </p:sp>
      <p:pic>
        <p:nvPicPr>
          <p:cNvPr id="329" name="Google Shape;329;g76f6c50663_0_39"/>
          <p:cNvPicPr preferRelativeResize="0"/>
          <p:nvPr/>
        </p:nvPicPr>
        <p:blipFill rotWithShape="1">
          <a:blip r:embed="rId3">
            <a:alphaModFix/>
          </a:blip>
          <a:srcRect b="0" l="0" r="0" t="0"/>
          <a:stretch/>
        </p:blipFill>
        <p:spPr>
          <a:xfrm>
            <a:off x="751413" y="2374958"/>
            <a:ext cx="16133224" cy="392947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76f6c50663_6_82"/>
          <p:cNvSpPr txBox="1"/>
          <p:nvPr>
            <p:ph type="title"/>
          </p:nvPr>
        </p:nvSpPr>
        <p:spPr>
          <a:xfrm>
            <a:off x="1394620" y="-108562"/>
            <a:ext cx="14935201" cy="1026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Century Schoolbook"/>
              <a:buNone/>
            </a:pPr>
            <a:r>
              <a:rPr lang="es-CL"/>
              <a:t>                         </a:t>
            </a:r>
            <a:r>
              <a:rPr b="1" lang="es-CL" sz="4200"/>
              <a:t>KPI tiempo de atención</a:t>
            </a:r>
            <a:endParaRPr b="1" sz="4200"/>
          </a:p>
        </p:txBody>
      </p:sp>
      <p:sp>
        <p:nvSpPr>
          <p:cNvPr id="335" name="Google Shape;335;g76f6c50663_6_82"/>
          <p:cNvSpPr txBox="1"/>
          <p:nvPr>
            <p:ph type="title"/>
          </p:nvPr>
        </p:nvSpPr>
        <p:spPr>
          <a:xfrm>
            <a:off x="1394620" y="3811163"/>
            <a:ext cx="14935201" cy="1026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Century Schoolbook"/>
              <a:buNone/>
            </a:pPr>
            <a:r>
              <a:rPr lang="es-CL"/>
              <a:t>                         </a:t>
            </a:r>
            <a:r>
              <a:rPr b="1" lang="es-CL" sz="4200"/>
              <a:t>KPI Asistencia del equipo</a:t>
            </a:r>
            <a:endParaRPr b="1" sz="4200"/>
          </a:p>
        </p:txBody>
      </p:sp>
      <p:sp>
        <p:nvSpPr>
          <p:cNvPr id="336" name="Google Shape;336;g76f6c50663_6_82"/>
          <p:cNvSpPr txBox="1"/>
          <p:nvPr>
            <p:ph type="title"/>
          </p:nvPr>
        </p:nvSpPr>
        <p:spPr>
          <a:xfrm>
            <a:off x="1394620" y="7059938"/>
            <a:ext cx="14935200" cy="1026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Century Schoolbook"/>
              <a:buNone/>
            </a:pPr>
            <a:r>
              <a:rPr lang="es-CL"/>
              <a:t>                         </a:t>
            </a:r>
            <a:r>
              <a:rPr b="1" lang="es-CL" sz="4200"/>
              <a:t>KPI Rendimiento del equipo</a:t>
            </a:r>
            <a:endParaRPr b="1" sz="4200"/>
          </a:p>
        </p:txBody>
      </p:sp>
      <p:pic>
        <p:nvPicPr>
          <p:cNvPr id="337" name="Google Shape;337;g76f6c50663_6_82"/>
          <p:cNvPicPr preferRelativeResize="0"/>
          <p:nvPr/>
        </p:nvPicPr>
        <p:blipFill>
          <a:blip r:embed="rId3">
            <a:alphaModFix/>
          </a:blip>
          <a:stretch>
            <a:fillRect/>
          </a:stretch>
        </p:blipFill>
        <p:spPr>
          <a:xfrm>
            <a:off x="407500" y="4934684"/>
            <a:ext cx="16909450" cy="2341741"/>
          </a:xfrm>
          <a:prstGeom prst="rect">
            <a:avLst/>
          </a:prstGeom>
          <a:noFill/>
          <a:ln>
            <a:noFill/>
          </a:ln>
        </p:spPr>
      </p:pic>
      <p:pic>
        <p:nvPicPr>
          <p:cNvPr id="338" name="Google Shape;338;g76f6c50663_6_82"/>
          <p:cNvPicPr preferRelativeResize="0"/>
          <p:nvPr/>
        </p:nvPicPr>
        <p:blipFill>
          <a:blip r:embed="rId4">
            <a:alphaModFix/>
          </a:blip>
          <a:stretch>
            <a:fillRect/>
          </a:stretch>
        </p:blipFill>
        <p:spPr>
          <a:xfrm>
            <a:off x="292903" y="8227900"/>
            <a:ext cx="17138646" cy="1695175"/>
          </a:xfrm>
          <a:prstGeom prst="rect">
            <a:avLst/>
          </a:prstGeom>
          <a:noFill/>
          <a:ln>
            <a:noFill/>
          </a:ln>
        </p:spPr>
      </p:pic>
      <p:pic>
        <p:nvPicPr>
          <p:cNvPr id="339" name="Google Shape;339;g76f6c50663_6_82"/>
          <p:cNvPicPr preferRelativeResize="0"/>
          <p:nvPr/>
        </p:nvPicPr>
        <p:blipFill>
          <a:blip r:embed="rId5">
            <a:alphaModFix/>
          </a:blip>
          <a:stretch>
            <a:fillRect/>
          </a:stretch>
        </p:blipFill>
        <p:spPr>
          <a:xfrm>
            <a:off x="407500" y="1190025"/>
            <a:ext cx="16909451" cy="29616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845b736331_4_0"/>
          <p:cNvSpPr txBox="1"/>
          <p:nvPr/>
        </p:nvSpPr>
        <p:spPr>
          <a:xfrm>
            <a:off x="5543600" y="894234"/>
            <a:ext cx="6603300" cy="780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200"/>
              <a:buFont typeface="Arial"/>
              <a:buNone/>
            </a:pPr>
            <a:r>
              <a:rPr b="1" lang="es-CL" sz="4200" cap="small">
                <a:solidFill>
                  <a:schemeClr val="dk2"/>
                </a:solidFill>
                <a:latin typeface="Times New Roman"/>
                <a:ea typeface="Times New Roman"/>
                <a:cs typeface="Times New Roman"/>
                <a:sym typeface="Times New Roman"/>
              </a:rPr>
              <a:t>Arquitectura Operacional</a:t>
            </a:r>
            <a:endParaRPr b="0" i="0" sz="1400" u="none" cap="none" strike="noStrike">
              <a:solidFill>
                <a:srgbClr val="000000"/>
              </a:solidFill>
              <a:latin typeface="Arial"/>
              <a:ea typeface="Arial"/>
              <a:cs typeface="Arial"/>
              <a:sym typeface="Arial"/>
            </a:endParaRPr>
          </a:p>
        </p:txBody>
      </p:sp>
      <p:pic>
        <p:nvPicPr>
          <p:cNvPr id="345" name="Google Shape;345;g845b736331_4_0"/>
          <p:cNvPicPr preferRelativeResize="0"/>
          <p:nvPr/>
        </p:nvPicPr>
        <p:blipFill rotWithShape="1">
          <a:blip r:embed="rId3">
            <a:alphaModFix/>
          </a:blip>
          <a:srcRect b="0" l="-520" r="520" t="0"/>
          <a:stretch/>
        </p:blipFill>
        <p:spPr>
          <a:xfrm>
            <a:off x="2006963" y="1766875"/>
            <a:ext cx="13676575" cy="84329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76f6c50663_0_28"/>
          <p:cNvSpPr txBox="1"/>
          <p:nvPr>
            <p:ph type="title"/>
          </p:nvPr>
        </p:nvSpPr>
        <p:spPr>
          <a:xfrm>
            <a:off x="1435925" y="780693"/>
            <a:ext cx="14935200" cy="102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4200"/>
              <a:buFont typeface="Times New Roman"/>
              <a:buNone/>
            </a:pPr>
            <a:r>
              <a:rPr b="1" lang="es-CL" sz="4200">
                <a:latin typeface="Times New Roman"/>
                <a:ea typeface="Times New Roman"/>
                <a:cs typeface="Times New Roman"/>
                <a:sym typeface="Times New Roman"/>
              </a:rPr>
              <a:t>Cronología de desarrollo del proyecto</a:t>
            </a:r>
            <a:endParaRPr/>
          </a:p>
        </p:txBody>
      </p:sp>
      <p:pic>
        <p:nvPicPr>
          <p:cNvPr id="351" name="Google Shape;351;g76f6c50663_0_28"/>
          <p:cNvPicPr preferRelativeResize="0"/>
          <p:nvPr/>
        </p:nvPicPr>
        <p:blipFill>
          <a:blip r:embed="rId3">
            <a:alphaModFix/>
          </a:blip>
          <a:stretch>
            <a:fillRect/>
          </a:stretch>
        </p:blipFill>
        <p:spPr>
          <a:xfrm>
            <a:off x="277925" y="2217102"/>
            <a:ext cx="17403602" cy="71567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76f6c50663_6_76"/>
          <p:cNvSpPr txBox="1"/>
          <p:nvPr>
            <p:ph type="title"/>
          </p:nvPr>
        </p:nvSpPr>
        <p:spPr>
          <a:xfrm>
            <a:off x="937275" y="185743"/>
            <a:ext cx="14935201" cy="102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800"/>
              <a:buNone/>
            </a:pPr>
            <a:r>
              <a:rPr lang="es-CL"/>
              <a:t>EDT del Proyecto</a:t>
            </a:r>
            <a:endParaRPr/>
          </a:p>
        </p:txBody>
      </p:sp>
      <p:pic>
        <p:nvPicPr>
          <p:cNvPr id="357" name="Google Shape;357;g76f6c50663_6_76"/>
          <p:cNvPicPr preferRelativeResize="0"/>
          <p:nvPr/>
        </p:nvPicPr>
        <p:blipFill rotWithShape="1">
          <a:blip r:embed="rId3">
            <a:alphaModFix/>
          </a:blip>
          <a:srcRect b="0" l="0" r="0" t="0"/>
          <a:stretch/>
        </p:blipFill>
        <p:spPr>
          <a:xfrm>
            <a:off x="2123350" y="1211750"/>
            <a:ext cx="12563049" cy="88620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8d8228ba78_1_0"/>
          <p:cNvSpPr txBox="1"/>
          <p:nvPr>
            <p:ph type="title"/>
          </p:nvPr>
        </p:nvSpPr>
        <p:spPr>
          <a:xfrm>
            <a:off x="914400" y="109999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Documentación de cierre de proyecto</a:t>
            </a:r>
            <a:endParaRPr/>
          </a:p>
        </p:txBody>
      </p:sp>
      <p:sp>
        <p:nvSpPr>
          <p:cNvPr id="363" name="Google Shape;363;g8d8228ba78_1_0"/>
          <p:cNvSpPr txBox="1"/>
          <p:nvPr>
            <p:ph idx="1" type="body"/>
          </p:nvPr>
        </p:nvSpPr>
        <p:spPr>
          <a:xfrm>
            <a:off x="1900925" y="2436455"/>
            <a:ext cx="14935200" cy="7309500"/>
          </a:xfrm>
          <a:prstGeom prst="rect">
            <a:avLst/>
          </a:prstGeom>
        </p:spPr>
        <p:txBody>
          <a:bodyPr anchorCtr="0" anchor="t" bIns="45700" lIns="91425" spcFirstLastPara="1" rIns="91425" wrap="square" tIns="45700">
            <a:noAutofit/>
          </a:bodyPr>
          <a:lstStyle/>
          <a:p>
            <a:pPr indent="-308610" lvl="0" marL="457200" rtl="0" algn="l">
              <a:spcBef>
                <a:spcPts val="900"/>
              </a:spcBef>
              <a:spcAft>
                <a:spcPts val="0"/>
              </a:spcAft>
              <a:buSzPts val="1260"/>
              <a:buChar char="➢"/>
            </a:pPr>
            <a:r>
              <a:rPr lang="es-CL"/>
              <a:t>Documentación de pruebas Aprobada.-</a:t>
            </a:r>
            <a:endParaRPr/>
          </a:p>
          <a:p>
            <a:pPr indent="0" lvl="0" marL="1371600" rtl="0" algn="l">
              <a:spcBef>
                <a:spcPts val="900"/>
              </a:spcBef>
              <a:spcAft>
                <a:spcPts val="0"/>
              </a:spcAft>
              <a:buNone/>
            </a:pPr>
            <a:r>
              <a:t/>
            </a:r>
            <a:endParaRPr/>
          </a:p>
          <a:p>
            <a:pPr indent="-308610" lvl="0" marL="457200" rtl="0" algn="l">
              <a:spcBef>
                <a:spcPts val="900"/>
              </a:spcBef>
              <a:spcAft>
                <a:spcPts val="0"/>
              </a:spcAft>
              <a:buSzPts val="1260"/>
              <a:buChar char="➢"/>
            </a:pPr>
            <a:r>
              <a:rPr lang="es-CL"/>
              <a:t>Documentación de requerimientos Aprobada.-</a:t>
            </a:r>
            <a:endParaRPr/>
          </a:p>
          <a:p>
            <a:pPr indent="0" lvl="0" marL="1371600" rtl="0" algn="l">
              <a:spcBef>
                <a:spcPts val="900"/>
              </a:spcBef>
              <a:spcAft>
                <a:spcPts val="0"/>
              </a:spcAft>
              <a:buNone/>
            </a:pPr>
            <a:r>
              <a:t/>
            </a:r>
            <a:endParaRPr/>
          </a:p>
          <a:p>
            <a:pPr indent="-308610" lvl="0" marL="457200" rtl="0" algn="l">
              <a:spcBef>
                <a:spcPts val="900"/>
              </a:spcBef>
              <a:spcAft>
                <a:spcPts val="0"/>
              </a:spcAft>
              <a:buSzPts val="1260"/>
              <a:buChar char="➢"/>
            </a:pPr>
            <a:r>
              <a:rPr lang="es-CL"/>
              <a:t>Visuales y operación del SW Aprobada por el cliente.-</a:t>
            </a:r>
            <a:endParaRPr/>
          </a:p>
          <a:p>
            <a:pPr indent="0" lvl="0" marL="1371600" rtl="0" algn="l">
              <a:spcBef>
                <a:spcPts val="900"/>
              </a:spcBef>
              <a:spcAft>
                <a:spcPts val="0"/>
              </a:spcAft>
              <a:buNone/>
            </a:pPr>
            <a:r>
              <a:t/>
            </a:r>
            <a:endParaRPr/>
          </a:p>
          <a:p>
            <a:pPr indent="-308610" lvl="0" marL="457200" rtl="0" algn="l">
              <a:spcBef>
                <a:spcPts val="900"/>
              </a:spcBef>
              <a:spcAft>
                <a:spcPts val="0"/>
              </a:spcAft>
              <a:buSzPts val="1260"/>
              <a:buChar char="➢"/>
            </a:pPr>
            <a:r>
              <a:rPr lang="es-CL"/>
              <a:t>Implementación del SW Aprobada por el cliente.-</a:t>
            </a:r>
            <a:endParaRPr/>
          </a:p>
          <a:p>
            <a:pPr indent="0" lvl="0" marL="1371600" rtl="0" algn="l">
              <a:spcBef>
                <a:spcPts val="900"/>
              </a:spcBef>
              <a:spcAft>
                <a:spcPts val="0"/>
              </a:spcAft>
              <a:buNone/>
            </a:pPr>
            <a:r>
              <a:t/>
            </a:r>
            <a:endParaRPr/>
          </a:p>
          <a:p>
            <a:pPr indent="0" lvl="0" marL="1371600" rtl="0" algn="l">
              <a:spcBef>
                <a:spcPts val="900"/>
              </a:spcBef>
              <a:spcAft>
                <a:spcPts val="0"/>
              </a:spcAft>
              <a:buNone/>
            </a:pPr>
            <a:r>
              <a:t/>
            </a:r>
            <a:endParaRPr/>
          </a:p>
          <a:p>
            <a:pPr indent="0" lvl="0" marL="0" rtl="0" algn="l">
              <a:spcBef>
                <a:spcPts val="900"/>
              </a:spcBef>
              <a:spcAft>
                <a:spcPts val="0"/>
              </a:spcAft>
              <a:buNone/>
            </a:pPr>
            <a:r>
              <a:t/>
            </a:r>
            <a:endParaRPr/>
          </a:p>
          <a:p>
            <a:pPr indent="0" lvl="0" marL="0" rtl="0" algn="l">
              <a:spcBef>
                <a:spcPts val="90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8d8228ba78_1_5"/>
          <p:cNvSpPr txBox="1"/>
          <p:nvPr>
            <p:ph type="title"/>
          </p:nvPr>
        </p:nvSpPr>
        <p:spPr>
          <a:xfrm>
            <a:off x="914400" y="1099993"/>
            <a:ext cx="14935200" cy="10260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CL"/>
              <a:t>Cierre formal del proyecto</a:t>
            </a:r>
            <a:endParaRPr/>
          </a:p>
        </p:txBody>
      </p:sp>
      <p:pic>
        <p:nvPicPr>
          <p:cNvPr id="369" name="Google Shape;369;g8d8228ba78_1_5"/>
          <p:cNvPicPr preferRelativeResize="0"/>
          <p:nvPr/>
        </p:nvPicPr>
        <p:blipFill>
          <a:blip r:embed="rId3">
            <a:alphaModFix/>
          </a:blip>
          <a:stretch>
            <a:fillRect/>
          </a:stretch>
        </p:blipFill>
        <p:spPr>
          <a:xfrm>
            <a:off x="1760775" y="2046100"/>
            <a:ext cx="5437175" cy="7643349"/>
          </a:xfrm>
          <a:prstGeom prst="rect">
            <a:avLst/>
          </a:prstGeom>
          <a:noFill/>
          <a:ln>
            <a:noFill/>
          </a:ln>
        </p:spPr>
      </p:pic>
      <p:pic>
        <p:nvPicPr>
          <p:cNvPr id="370" name="Google Shape;370;g8d8228ba78_1_5"/>
          <p:cNvPicPr preferRelativeResize="0"/>
          <p:nvPr/>
        </p:nvPicPr>
        <p:blipFill>
          <a:blip r:embed="rId4">
            <a:alphaModFix/>
          </a:blip>
          <a:stretch>
            <a:fillRect/>
          </a:stretch>
        </p:blipFill>
        <p:spPr>
          <a:xfrm>
            <a:off x="8062850" y="2613275"/>
            <a:ext cx="6753251" cy="68971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76f6c50663_6_100"/>
          <p:cNvSpPr txBox="1"/>
          <p:nvPr>
            <p:ph type="title"/>
          </p:nvPr>
        </p:nvSpPr>
        <p:spPr>
          <a:xfrm>
            <a:off x="1040300" y="272843"/>
            <a:ext cx="14935200" cy="1026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800"/>
              <a:buNone/>
            </a:pPr>
            <a:r>
              <a:rPr lang="es-CL"/>
              <a:t>Conclusión</a:t>
            </a:r>
            <a:endParaRPr/>
          </a:p>
        </p:txBody>
      </p:sp>
      <p:sp>
        <p:nvSpPr>
          <p:cNvPr id="376" name="Google Shape;376;g76f6c50663_6_100"/>
          <p:cNvSpPr txBox="1"/>
          <p:nvPr>
            <p:ph idx="1" type="body"/>
          </p:nvPr>
        </p:nvSpPr>
        <p:spPr>
          <a:xfrm>
            <a:off x="1040300" y="1298848"/>
            <a:ext cx="14935200" cy="86670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SzPts val="1100"/>
              <a:buNone/>
            </a:pPr>
            <a:r>
              <a:t/>
            </a:r>
            <a:endParaRPr sz="4600"/>
          </a:p>
          <a:p>
            <a:pPr indent="0" lvl="0" marL="0" rtl="0" algn="just">
              <a:lnSpc>
                <a:spcPct val="115000"/>
              </a:lnSpc>
              <a:spcBef>
                <a:spcPts val="0"/>
              </a:spcBef>
              <a:spcAft>
                <a:spcPts val="0"/>
              </a:spcAft>
              <a:buSzPts val="1100"/>
              <a:buNone/>
            </a:pPr>
            <a:r>
              <a:rPr lang="es-CL" sz="2800"/>
              <a:t>Cada integrante del equipo, </a:t>
            </a:r>
            <a:r>
              <a:rPr lang="es-CL" sz="2800"/>
              <a:t>entregará</a:t>
            </a:r>
            <a:r>
              <a:rPr lang="es-CL" sz="2800"/>
              <a:t> una conclusión basada en el </a:t>
            </a:r>
            <a:r>
              <a:rPr lang="es-CL" sz="2800"/>
              <a:t>aprendizaje</a:t>
            </a:r>
            <a:r>
              <a:rPr lang="es-CL" sz="2800"/>
              <a:t> obtenido durante el desarrollo de este proyecto</a:t>
            </a:r>
            <a:endParaRPr sz="2800"/>
          </a:p>
          <a:p>
            <a:pPr indent="0" lvl="0" marL="0" rtl="0" algn="just">
              <a:lnSpc>
                <a:spcPct val="115000"/>
              </a:lnSpc>
              <a:spcBef>
                <a:spcPts val="0"/>
              </a:spcBef>
              <a:spcAft>
                <a:spcPts val="0"/>
              </a:spcAft>
              <a:buSzPts val="1100"/>
              <a:buNone/>
            </a:pPr>
            <a:r>
              <a:t/>
            </a:r>
            <a:endParaRPr sz="2400"/>
          </a:p>
          <a:p>
            <a:pPr indent="-406400" lvl="0" marL="4572000" rtl="0" algn="l">
              <a:lnSpc>
                <a:spcPct val="115000"/>
              </a:lnSpc>
              <a:spcBef>
                <a:spcPts val="0"/>
              </a:spcBef>
              <a:spcAft>
                <a:spcPts val="0"/>
              </a:spcAft>
              <a:buSzPts val="2800"/>
              <a:buChar char="❖"/>
            </a:pPr>
            <a:r>
              <a:rPr lang="es-CL" sz="2800"/>
              <a:t>Jen Pierr Cieza Díaz</a:t>
            </a:r>
            <a:endParaRPr sz="2800"/>
          </a:p>
          <a:p>
            <a:pPr indent="-406400" lvl="0" marL="4572000" rtl="0" algn="l">
              <a:lnSpc>
                <a:spcPct val="115000"/>
              </a:lnSpc>
              <a:spcBef>
                <a:spcPts val="0"/>
              </a:spcBef>
              <a:spcAft>
                <a:spcPts val="0"/>
              </a:spcAft>
              <a:buSzPts val="2800"/>
              <a:buChar char="❖"/>
            </a:pPr>
            <a:r>
              <a:rPr lang="es-CL" sz="2800"/>
              <a:t>Agustín Humberto Bornscheuer Guajardo</a:t>
            </a:r>
            <a:endParaRPr sz="2800"/>
          </a:p>
          <a:p>
            <a:pPr indent="-406400" lvl="0" marL="4572000" rtl="0" algn="l">
              <a:lnSpc>
                <a:spcPct val="115000"/>
              </a:lnSpc>
              <a:spcBef>
                <a:spcPts val="0"/>
              </a:spcBef>
              <a:spcAft>
                <a:spcPts val="0"/>
              </a:spcAft>
              <a:buSzPts val="2800"/>
              <a:buChar char="❖"/>
            </a:pPr>
            <a:r>
              <a:rPr lang="es-CL" sz="2800"/>
              <a:t>Ignacio Andrés Pérez Flores </a:t>
            </a:r>
            <a:endParaRPr sz="2800"/>
          </a:p>
          <a:p>
            <a:pPr indent="-406400" lvl="0" marL="4572000" rtl="0" algn="l">
              <a:lnSpc>
                <a:spcPct val="115000"/>
              </a:lnSpc>
              <a:spcBef>
                <a:spcPts val="0"/>
              </a:spcBef>
              <a:spcAft>
                <a:spcPts val="0"/>
              </a:spcAft>
              <a:buSzPts val="2800"/>
              <a:buChar char="❖"/>
            </a:pPr>
            <a:r>
              <a:rPr lang="es-CL" sz="2800"/>
              <a:t>Henry Richard Lohse Rojas </a:t>
            </a:r>
            <a:endParaRPr sz="2800"/>
          </a:p>
          <a:p>
            <a:pPr indent="0" lvl="0" marL="0" rtl="0" algn="ctr">
              <a:lnSpc>
                <a:spcPct val="100000"/>
              </a:lnSpc>
              <a:spcBef>
                <a:spcPts val="900"/>
              </a:spcBef>
              <a:spcAft>
                <a:spcPts val="0"/>
              </a:spcAft>
              <a:buSzPts val="1260"/>
              <a:buNone/>
            </a:pPr>
            <a:r>
              <a:t/>
            </a:r>
            <a:endParaRPr/>
          </a:p>
          <a:p>
            <a:pPr indent="0" lvl="0" marL="0" rtl="0" algn="ctr">
              <a:lnSpc>
                <a:spcPct val="100000"/>
              </a:lnSpc>
              <a:spcBef>
                <a:spcPts val="900"/>
              </a:spcBef>
              <a:spcAft>
                <a:spcPts val="0"/>
              </a:spcAft>
              <a:buSzPts val="1260"/>
              <a:buNone/>
            </a:pPr>
            <a:r>
              <a:rPr lang="es-CL" sz="4500"/>
              <a:t>M</a:t>
            </a:r>
            <a:r>
              <a:rPr lang="es-CL" sz="4500"/>
              <a:t>uchas Gracias </a:t>
            </a:r>
            <a:endParaRPr sz="4500"/>
          </a:p>
          <a:p>
            <a:pPr indent="0" lvl="0" marL="0" rtl="0" algn="l">
              <a:lnSpc>
                <a:spcPct val="100000"/>
              </a:lnSpc>
              <a:spcBef>
                <a:spcPts val="900"/>
              </a:spcBef>
              <a:spcAft>
                <a:spcPts val="0"/>
              </a:spcAft>
              <a:buSzPts val="1260"/>
              <a:buNone/>
            </a:pPr>
            <a:r>
              <a:rPr lang="es-CL" sz="4500"/>
              <a:t>                                 Por su atención</a:t>
            </a:r>
            <a:r>
              <a:rPr lang="es-CL"/>
              <a:t>.</a:t>
            </a:r>
            <a:endParaRPr/>
          </a:p>
        </p:txBody>
      </p:sp>
      <p:pic>
        <p:nvPicPr>
          <p:cNvPr id="377" name="Google Shape;377;g76f6c50663_6_100"/>
          <p:cNvPicPr preferRelativeResize="0"/>
          <p:nvPr/>
        </p:nvPicPr>
        <p:blipFill>
          <a:blip r:embed="rId3">
            <a:alphaModFix/>
          </a:blip>
          <a:stretch>
            <a:fillRect/>
          </a:stretch>
        </p:blipFill>
        <p:spPr>
          <a:xfrm>
            <a:off x="16063200" y="152629"/>
            <a:ext cx="1399983" cy="2051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2016-09-21T19:57:33Z</dcterms:created>
  <dc:creator>Bárbara Victoria Rasse  Cárcamo</dc:creator>
</cp:coreProperties>
</file>