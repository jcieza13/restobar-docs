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8288000" cy="10285413"/>
  <p:notesSz cx="6858000" cy="9144000"/>
  <p:embeddedFontLst>
    <p:embeddedFont>
      <p:font typeface="Century Schoolbook" panose="02040604050505020304" pitchFamily="18"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3240">
          <p15:clr>
            <a:srgbClr val="A4A3A4"/>
          </p15:clr>
        </p15:guide>
        <p15:guide id="2" pos="5760">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2" roundtripDataSignature="AMtx7mhC99/qVHRVPCAfP5TxhyyG+fAfF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2" d="100"/>
          <a:sy n="52" d="100"/>
        </p:scale>
        <p:origin x="850" y="67"/>
      </p:cViewPr>
      <p:guideLst>
        <p:guide orient="horz" pos="3240"/>
        <p:guide pos="57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42"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s-CL"/>
              <a:t>Buenos días profesor, buenos días compañeros… hoy presentaremos nuestro sistema de gestión restobar core v1 </a:t>
            </a:r>
            <a:endParaRPr/>
          </a:p>
        </p:txBody>
      </p:sp>
      <p:sp>
        <p:nvSpPr>
          <p:cNvPr id="141" name="Google Shape;141;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s-CL"/>
              <a:t>entre algunos temas como impactos positivos y negativos del proyecto, Requerimientos explícitos y pruebas de requerimiento, kpi’s del proyecto y un video de presentación del SW.</a:t>
            </a:r>
            <a:endParaRPr/>
          </a:p>
        </p:txBody>
      </p:sp>
      <p:sp>
        <p:nvSpPr>
          <p:cNvPr id="147" name="Google Shape;147;p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76f6c50663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s-CL"/>
              <a:t>Como se presentó previamente… nuestro grupo cambia constantemente de roles, para tener una dinámica de aprendizaje fluida.</a:t>
            </a:r>
            <a:endParaRPr/>
          </a:p>
        </p:txBody>
      </p:sp>
      <p:sp>
        <p:nvSpPr>
          <p:cNvPr id="154" name="Google Shape;154;g76f6c5066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74fbc8c0f7_0_16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0" name="Google Shape;160;g74fbc8c0f7_0_1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s-CL"/>
              <a:t>Como se presentó previamente el cliente registra pérdidas en su restobar desde su apertura por merma de productos.debido al no registro por parte de garzones.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74fbc8c0f7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s-CL"/>
              <a:t>Objetivo general es presentar nuestro software operativo, especifico, los puntos que pueden ver y abordar, entre ellos </a:t>
            </a:r>
            <a:endParaRPr/>
          </a:p>
        </p:txBody>
      </p:sp>
      <p:sp>
        <p:nvSpPr>
          <p:cNvPr id="167" name="Google Shape;167;g74fbc8c0f7_0_13: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2" name="Google Shape;182;p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845b736331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6" name="Google Shape;196;g845b736331_1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76f6c50663_0_4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 name="Google Shape;202;g76f6c50663_0_4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s-CL"/>
              <a:t>la metodología utilizada para la gestión y desarrollo de este proyecto fue scrum, ya que al ser una metodología adaptativa nos permitió generar avances rápidos y colaborativos entre el equipo de desarrollo y gestión. colaborando continuamente durante el proceso de desarrollo del producto final.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76f6c50663_0_5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g76f6c50663_0_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4" name="Google Shape;214;p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1" name="Google Shape;221;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8a0ff6cbec_0_4: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8a0ff6cbe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8d8228ba78_0_1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8d8228ba78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8d8e8cbfd2_0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 name="Google Shape;244;g8d8e8cbfd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8a0ff6cbec_2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8a0ff6cbec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g85360d1b6e_0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7" name="Google Shape;257;g85360d1b6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300"/>
              </a:spcBef>
              <a:spcAft>
                <a:spcPts val="0"/>
              </a:spcAft>
              <a:buClr>
                <a:schemeClr val="dk1"/>
              </a:buClr>
              <a:buSzPts val="1100"/>
              <a:buFont typeface="Arial"/>
              <a:buNone/>
            </a:pPr>
            <a:r>
              <a:rPr lang="es-CL" sz="600">
                <a:solidFill>
                  <a:schemeClr val="dk1"/>
                </a:solidFill>
                <a:latin typeface="Times New Roman"/>
                <a:ea typeface="Times New Roman"/>
                <a:cs typeface="Times New Roman"/>
                <a:sym typeface="Times New Roman"/>
              </a:rPr>
              <a:t>(Control- Gestión - Administración)	Gestión de usuarios (Administrador - Cajero - Garzones):</a:t>
            </a:r>
            <a:endParaRPr sz="600">
              <a:solidFill>
                <a:schemeClr val="dk1"/>
              </a:solidFill>
              <a:latin typeface="Times New Roman"/>
              <a:ea typeface="Times New Roman"/>
              <a:cs typeface="Times New Roman"/>
              <a:sym typeface="Times New Roman"/>
            </a:endParaRPr>
          </a:p>
          <a:p>
            <a:pPr marL="1828800" lvl="0" indent="0" algn="l" rtl="0">
              <a:spcBef>
                <a:spcPts val="300"/>
              </a:spcBef>
              <a:spcAft>
                <a:spcPts val="0"/>
              </a:spcAft>
              <a:buClr>
                <a:schemeClr val="dk1"/>
              </a:buClr>
              <a:buSzPts val="1100"/>
              <a:buFont typeface="Arial"/>
              <a:buNone/>
            </a:pPr>
            <a:endParaRPr sz="600">
              <a:solidFill>
                <a:schemeClr val="dk1"/>
              </a:solidFill>
              <a:latin typeface="Times New Roman"/>
              <a:ea typeface="Times New Roman"/>
              <a:cs typeface="Times New Roman"/>
              <a:sym typeface="Times New Roman"/>
            </a:endParaRPr>
          </a:p>
          <a:p>
            <a:pPr marL="0" lvl="0" indent="0" algn="just" rtl="0">
              <a:spcBef>
                <a:spcPts val="300"/>
              </a:spcBef>
              <a:spcAft>
                <a:spcPts val="0"/>
              </a:spcAft>
              <a:buClr>
                <a:schemeClr val="dk1"/>
              </a:buClr>
              <a:buSzPts val="1100"/>
              <a:buFont typeface="Arial"/>
              <a:buNone/>
            </a:pPr>
            <a:r>
              <a:rPr lang="es-CL" sz="600">
                <a:solidFill>
                  <a:schemeClr val="dk1"/>
                </a:solidFill>
                <a:latin typeface="Times New Roman"/>
                <a:ea typeface="Times New Roman"/>
                <a:cs typeface="Times New Roman"/>
                <a:sym typeface="Times New Roman"/>
              </a:rPr>
              <a:t>Se requiere un panel visual de gestión  para controlar y dar ingreso a los usuarios del sistema: </a:t>
            </a:r>
            <a:endParaRPr sz="600">
              <a:solidFill>
                <a:schemeClr val="dk1"/>
              </a:solidFill>
              <a:latin typeface="Times New Roman"/>
              <a:ea typeface="Times New Roman"/>
              <a:cs typeface="Times New Roman"/>
              <a:sym typeface="Times New Roman"/>
            </a:endParaRPr>
          </a:p>
          <a:p>
            <a:pPr marL="457200" lvl="0" indent="-266700" algn="just" rtl="0">
              <a:spcBef>
                <a:spcPts val="300"/>
              </a:spcBef>
              <a:spcAft>
                <a:spcPts val="0"/>
              </a:spcAft>
              <a:buClr>
                <a:schemeClr val="accent1"/>
              </a:buClr>
              <a:buSzPts val="600"/>
              <a:buFont typeface="Times New Roman"/>
              <a:buChar char="-"/>
            </a:pPr>
            <a:r>
              <a:rPr lang="es-CL" sz="600">
                <a:solidFill>
                  <a:schemeClr val="dk1"/>
                </a:solidFill>
                <a:latin typeface="Times New Roman"/>
                <a:ea typeface="Times New Roman"/>
                <a:cs typeface="Times New Roman"/>
                <a:sym typeface="Times New Roman"/>
              </a:rPr>
              <a:t>Administrador: Acceso total de gestión de cajero, garzones, ingreso y salida de productos, cambios de precio y generación de reportes. </a:t>
            </a:r>
            <a:endParaRPr sz="600">
              <a:solidFill>
                <a:schemeClr val="dk1"/>
              </a:solidFill>
              <a:latin typeface="Times New Roman"/>
              <a:ea typeface="Times New Roman"/>
              <a:cs typeface="Times New Roman"/>
              <a:sym typeface="Times New Roman"/>
            </a:endParaRPr>
          </a:p>
          <a:p>
            <a:pPr marL="457200" lvl="0" indent="-266700" algn="just" rtl="0">
              <a:spcBef>
                <a:spcPts val="0"/>
              </a:spcBef>
              <a:spcAft>
                <a:spcPts val="0"/>
              </a:spcAft>
              <a:buClr>
                <a:schemeClr val="accent1"/>
              </a:buClr>
              <a:buSzPts val="600"/>
              <a:buFont typeface="Times New Roman"/>
              <a:buChar char="-"/>
            </a:pPr>
            <a:r>
              <a:rPr lang="es-CL" sz="600">
                <a:solidFill>
                  <a:schemeClr val="dk1"/>
                </a:solidFill>
                <a:latin typeface="Times New Roman"/>
                <a:ea typeface="Times New Roman"/>
                <a:cs typeface="Times New Roman"/>
                <a:sym typeface="Times New Roman"/>
              </a:rPr>
              <a:t>Cajero: Solo debe tener permiso de vista al sistema, cobro y cierre de mesas. </a:t>
            </a:r>
            <a:endParaRPr sz="600">
              <a:solidFill>
                <a:schemeClr val="dk1"/>
              </a:solidFill>
              <a:latin typeface="Times New Roman"/>
              <a:ea typeface="Times New Roman"/>
              <a:cs typeface="Times New Roman"/>
              <a:sym typeface="Times New Roman"/>
            </a:endParaRPr>
          </a:p>
          <a:p>
            <a:pPr marL="457200" lvl="0" indent="-266700" algn="just" rtl="0">
              <a:spcBef>
                <a:spcPts val="0"/>
              </a:spcBef>
              <a:spcAft>
                <a:spcPts val="0"/>
              </a:spcAft>
              <a:buClr>
                <a:schemeClr val="accent1"/>
              </a:buClr>
              <a:buSzPts val="600"/>
              <a:buFont typeface="Times New Roman"/>
              <a:buChar char="-"/>
            </a:pPr>
            <a:r>
              <a:rPr lang="es-CL" sz="600">
                <a:solidFill>
                  <a:schemeClr val="dk1"/>
                </a:solidFill>
                <a:latin typeface="Times New Roman"/>
                <a:ea typeface="Times New Roman"/>
                <a:cs typeface="Times New Roman"/>
                <a:sym typeface="Times New Roman"/>
              </a:rPr>
              <a:t>Garzones: Tendrán permiso de vista a todos los productos del sistema para ofrecerle al cliente, apertura y cierres de mesa.</a:t>
            </a:r>
            <a:endParaRPr sz="600">
              <a:solidFill>
                <a:schemeClr val="dk1"/>
              </a:solidFill>
              <a:latin typeface="Times New Roman"/>
              <a:ea typeface="Times New Roman"/>
              <a:cs typeface="Times New Roman"/>
              <a:sym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85360d1b6e_0_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4" name="Google Shape;264;g85360d1b6e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88acd31298_0_14: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88acd31298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CL"/>
              <a:t>Problema que generaba la ID p104 era la comptabilidad del Cliente Seervidor de PHP, ya que el software se ejecuta en PHP 7,4 y xampp para las puruebas se ejectu oen una versión anterior. Se soluciono, SI. 1</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88acd31298_0_2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88acd31298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8d8228ba78_0_4: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1" name="Google Shape;291;g8d8228ba78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8d8228ba78_0_1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8d8228ba78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860a5c84ad_0_3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860a5c84ad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300"/>
              </a:spcBef>
              <a:spcAft>
                <a:spcPts val="0"/>
              </a:spcAft>
              <a:buClr>
                <a:schemeClr val="dk1"/>
              </a:buClr>
              <a:buSzPts val="1100"/>
              <a:buFont typeface="Arial"/>
              <a:buNone/>
            </a:pPr>
            <a:r>
              <a:rPr lang="es-CL" sz="3000">
                <a:solidFill>
                  <a:schemeClr val="dk1"/>
                </a:solidFill>
                <a:latin typeface="Times New Roman"/>
                <a:ea typeface="Times New Roman"/>
                <a:cs typeface="Times New Roman"/>
                <a:sym typeface="Times New Roman"/>
              </a:rPr>
              <a:t>(Control- Gestión - Administración)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g860a5c84ad_0_4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0" name="Google Shape;310;g860a5c84ad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300"/>
              </a:spcBef>
              <a:spcAft>
                <a:spcPts val="0"/>
              </a:spcAft>
              <a:buClr>
                <a:schemeClr val="dk1"/>
              </a:buClr>
              <a:buSzPts val="1100"/>
              <a:buFont typeface="Arial"/>
              <a:buNone/>
            </a:pPr>
            <a:r>
              <a:rPr lang="es-CL" sz="3000">
                <a:solidFill>
                  <a:schemeClr val="dk1"/>
                </a:solidFill>
                <a:latin typeface="Times New Roman"/>
                <a:ea typeface="Times New Roman"/>
                <a:cs typeface="Times New Roman"/>
                <a:sym typeface="Times New Roman"/>
              </a:rPr>
              <a:t>(Control- Gestión - Administración)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76f6c50663_0_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7" name="Google Shape;317;g76f6c50663_0_33: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76f6c50663_0_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26" name="Google Shape;326;g76f6c50663_0_39: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6f6c50663_6_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32" name="Google Shape;332;g76f6c50663_6_8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845b736331_4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s-CL"/>
              <a:t>El diagrama presenta una Estructura Cliente/Servidor, en el cual se instala el software en el servidor local, que será un web server / local, el cual entregará una URL de acceso que se distribuirá a los distintos dispositivos, el router funciona como firewall asignando los permisos mediante una MAC de cada máquina que recibirá la URL a través de una conexión wifi (URL interna). El router distribuirá la URL a los distintos dispositivos que se enlacen a la red WIFI interna. Por seguridad, la SSID de la wifi será ocultada, para así mantener una nivel de protección. Y será configurada de manera manual en cada dispositivo del local. </a:t>
            </a:r>
            <a:endParaRPr/>
          </a:p>
        </p:txBody>
      </p:sp>
      <p:sp>
        <p:nvSpPr>
          <p:cNvPr id="342" name="Google Shape;342;g845b736331_4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76f6c50663_0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48" name="Google Shape;348;g76f6c50663_0_2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76f6c50663_6_7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4" name="Google Shape;354;g76f6c50663_6_7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s-CL"/>
              <a:t>La EDT inicial,que pueden visualizar, está compuesta por 4 puntos importantes para el desarrollo del producto... los cuales son: la documentación y analisis que como hito final tiene la documentacion de requerimientos completa... el siguiente punto es el diseño, el cual como hito terminal es el diseño final de la plataforma... luego la construccion y documentacion que presenta como hito final la version de prueba de la plataforma del sw... y por ultimo la implementación de pruebas que nos llevara al acta de cierre y entrega del sw.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8d8228ba78_1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8d8228ba78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8d8228ba78_1_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8d8228ba78_1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p:cNvGrpSpPr/>
        <p:nvPr/>
      </p:nvGrpSpPr>
      <p:grpSpPr>
        <a:xfrm>
          <a:off x="0" y="0"/>
          <a:ext cx="0" cy="0"/>
          <a:chOff x="0" y="0"/>
          <a:chExt cx="0" cy="0"/>
        </a:xfrm>
      </p:grpSpPr>
      <p:sp>
        <p:nvSpPr>
          <p:cNvPr id="372" name="Google Shape;372;g76f6c50663_6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3" name="Google Shape;373;g76f6c50663_6_10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Diapositiva de título" type="title">
  <p:cSld name="TITLE">
    <p:bg>
      <p:bgPr>
        <a:solidFill>
          <a:schemeClr val="lt1"/>
        </a:solidFill>
        <a:effectLst/>
      </p:bgPr>
    </p:bg>
    <p:spTree>
      <p:nvGrpSpPr>
        <p:cNvPr id="1" name="Shape 17"/>
        <p:cNvGrpSpPr/>
        <p:nvPr/>
      </p:nvGrpSpPr>
      <p:grpSpPr>
        <a:xfrm>
          <a:off x="0" y="0"/>
          <a:ext cx="0" cy="0"/>
          <a:chOff x="0" y="0"/>
          <a:chExt cx="0" cy="0"/>
        </a:xfrm>
      </p:grpSpPr>
      <p:sp>
        <p:nvSpPr>
          <p:cNvPr id="18" name="Google Shape;18;p10"/>
          <p:cNvSpPr txBox="1">
            <a:spLocks noGrp="1"/>
          </p:cNvSpPr>
          <p:nvPr>
            <p:ph type="ctrTitle"/>
          </p:nvPr>
        </p:nvSpPr>
        <p:spPr>
          <a:xfrm>
            <a:off x="4572000" y="4685577"/>
            <a:ext cx="12344400" cy="28410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chemeClr val="dk2"/>
              </a:buClr>
              <a:buSzPts val="4499"/>
              <a:buFont typeface="Century Schoolbook"/>
              <a:buNone/>
              <a:defRPr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10"/>
          <p:cNvSpPr txBox="1">
            <a:spLocks noGrp="1"/>
          </p:cNvSpPr>
          <p:nvPr>
            <p:ph type="subTitle" idx="1"/>
          </p:nvPr>
        </p:nvSpPr>
        <p:spPr>
          <a:xfrm>
            <a:off x="4572000" y="7503825"/>
            <a:ext cx="12344400" cy="2057100"/>
          </a:xfrm>
          <a:prstGeom prst="rect">
            <a:avLst/>
          </a:prstGeom>
          <a:noFill/>
          <a:ln>
            <a:noFill/>
          </a:ln>
        </p:spPr>
        <p:txBody>
          <a:bodyPr spcFirstLastPara="1" wrap="square" lIns="91425" tIns="45700" rIns="91425" bIns="45700" anchor="t" anchorCtr="0">
            <a:noAutofit/>
          </a:bodyPr>
          <a:lstStyle>
            <a:lvl1pPr lvl="0" algn="l">
              <a:lnSpc>
                <a:spcPct val="100000"/>
              </a:lnSpc>
              <a:spcBef>
                <a:spcPts val="900"/>
              </a:spcBef>
              <a:spcAft>
                <a:spcPts val="0"/>
              </a:spcAft>
              <a:buSzPts val="1890"/>
              <a:buNone/>
              <a:defRPr sz="2700" b="1">
                <a:solidFill>
                  <a:schemeClr val="dk2"/>
                </a:solidFill>
              </a:defRPr>
            </a:lvl1pPr>
            <a:lvl2pPr lvl="1" algn="ctr">
              <a:lnSpc>
                <a:spcPct val="100000"/>
              </a:lnSpc>
              <a:spcBef>
                <a:spcPts val="360"/>
              </a:spcBef>
              <a:spcAft>
                <a:spcPts val="0"/>
              </a:spcAft>
              <a:buSzPts val="1440"/>
              <a:buNone/>
              <a:defRPr/>
            </a:lvl2pPr>
            <a:lvl3pPr lvl="2" algn="ctr">
              <a:lnSpc>
                <a:spcPct val="100000"/>
              </a:lnSpc>
              <a:spcBef>
                <a:spcPts val="360"/>
              </a:spcBef>
              <a:spcAft>
                <a:spcPts val="0"/>
              </a:spcAft>
              <a:buSzPts val="1080"/>
              <a:buNone/>
              <a:defRPr/>
            </a:lvl3pPr>
            <a:lvl4pPr lvl="3" algn="ctr">
              <a:lnSpc>
                <a:spcPct val="100000"/>
              </a:lnSpc>
              <a:spcBef>
                <a:spcPts val="360"/>
              </a:spcBef>
              <a:spcAft>
                <a:spcPts val="0"/>
              </a:spcAft>
              <a:buSzPts val="1080"/>
              <a:buNone/>
              <a:defRPr/>
            </a:lvl4pPr>
            <a:lvl5pPr lvl="4" algn="ctr">
              <a:lnSpc>
                <a:spcPct val="100000"/>
              </a:lnSpc>
              <a:spcBef>
                <a:spcPts val="360"/>
              </a:spcBef>
              <a:spcAft>
                <a:spcPts val="0"/>
              </a:spcAft>
              <a:buSzPts val="1224"/>
              <a:buNone/>
              <a:defRPr/>
            </a:lvl5pPr>
            <a:lvl6pPr lvl="5" algn="ctr">
              <a:lnSpc>
                <a:spcPct val="100000"/>
              </a:lnSpc>
              <a:spcBef>
                <a:spcPts val="360"/>
              </a:spcBef>
              <a:spcAft>
                <a:spcPts val="0"/>
              </a:spcAft>
              <a:buSzPts val="1800"/>
              <a:buNone/>
              <a:defRPr/>
            </a:lvl6pPr>
            <a:lvl7pPr lvl="6" algn="ctr">
              <a:lnSpc>
                <a:spcPct val="100000"/>
              </a:lnSpc>
              <a:spcBef>
                <a:spcPts val="360"/>
              </a:spcBef>
              <a:spcAft>
                <a:spcPts val="0"/>
              </a:spcAft>
              <a:buSzPts val="1080"/>
              <a:buNone/>
              <a:defRPr/>
            </a:lvl7pPr>
            <a:lvl8pPr lvl="7" algn="ctr">
              <a:lnSpc>
                <a:spcPct val="100000"/>
              </a:lnSpc>
              <a:spcBef>
                <a:spcPts val="360"/>
              </a:spcBef>
              <a:spcAft>
                <a:spcPts val="0"/>
              </a:spcAft>
              <a:buSzPts val="1800"/>
              <a:buNone/>
              <a:defRPr/>
            </a:lvl8pPr>
            <a:lvl9pPr lvl="8" algn="ctr">
              <a:lnSpc>
                <a:spcPct val="100000"/>
              </a:lnSpc>
              <a:spcBef>
                <a:spcPts val="360"/>
              </a:spcBef>
              <a:spcAft>
                <a:spcPts val="0"/>
              </a:spcAft>
              <a:buSzPts val="1800"/>
              <a:buNone/>
              <a:defRPr/>
            </a:lvl9pPr>
          </a:lstStyle>
          <a:p>
            <a:endParaRPr/>
          </a:p>
        </p:txBody>
      </p:sp>
      <p:sp>
        <p:nvSpPr>
          <p:cNvPr id="20" name="Google Shape;20;p10"/>
          <p:cNvSpPr txBox="1">
            <a:spLocks noGrp="1"/>
          </p:cNvSpPr>
          <p:nvPr>
            <p:ph type="dt" idx="10"/>
          </p:nvPr>
        </p:nvSpPr>
        <p:spPr>
          <a:xfrm rot="5400000">
            <a:off x="16101042" y="1665545"/>
            <a:ext cx="3428400" cy="7620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0"/>
          <p:cNvSpPr txBox="1">
            <a:spLocks noGrp="1"/>
          </p:cNvSpPr>
          <p:nvPr>
            <p:ph type="ftr" idx="11"/>
          </p:nvPr>
        </p:nvSpPr>
        <p:spPr>
          <a:xfrm rot="5400000">
            <a:off x="15069436" y="6175500"/>
            <a:ext cx="5485500" cy="7680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10"/>
          <p:cNvSpPr/>
          <p:nvPr/>
        </p:nvSpPr>
        <p:spPr>
          <a:xfrm>
            <a:off x="762000" y="0"/>
            <a:ext cx="1219200" cy="10285500"/>
          </a:xfrm>
          <a:prstGeom prst="rect">
            <a:avLst/>
          </a:prstGeom>
          <a:solidFill>
            <a:srgbClr val="FEC2AC">
              <a:alpha val="52941"/>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23" name="Google Shape;23;p10"/>
          <p:cNvSpPr/>
          <p:nvPr/>
        </p:nvSpPr>
        <p:spPr>
          <a:xfrm>
            <a:off x="552672" y="0"/>
            <a:ext cx="209400" cy="10285500"/>
          </a:xfrm>
          <a:prstGeom prst="rect">
            <a:avLst/>
          </a:prstGeom>
          <a:solidFill>
            <a:srgbClr val="FFD8CC">
              <a:alpha val="34901"/>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24" name="Google Shape;24;p10"/>
          <p:cNvSpPr/>
          <p:nvPr/>
        </p:nvSpPr>
        <p:spPr>
          <a:xfrm>
            <a:off x="1981200" y="0"/>
            <a:ext cx="363600" cy="10285500"/>
          </a:xfrm>
          <a:prstGeom prst="rect">
            <a:avLst/>
          </a:prstGeom>
          <a:solidFill>
            <a:srgbClr val="FFD8CC">
              <a:alpha val="6862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25" name="Google Shape;25;p10"/>
          <p:cNvSpPr/>
          <p:nvPr/>
        </p:nvSpPr>
        <p:spPr>
          <a:xfrm>
            <a:off x="2282640" y="0"/>
            <a:ext cx="460500" cy="10285500"/>
          </a:xfrm>
          <a:prstGeom prst="rect">
            <a:avLst/>
          </a:prstGeom>
          <a:solidFill>
            <a:srgbClr val="FFEDE7">
              <a:alpha val="69803"/>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cxnSp>
        <p:nvCxnSpPr>
          <p:cNvPr id="26" name="Google Shape;26;p10"/>
          <p:cNvCxnSpPr/>
          <p:nvPr/>
        </p:nvCxnSpPr>
        <p:spPr>
          <a:xfrm>
            <a:off x="212688" y="0"/>
            <a:ext cx="0" cy="10285500"/>
          </a:xfrm>
          <a:prstGeom prst="straightConnector1">
            <a:avLst/>
          </a:prstGeom>
          <a:noFill/>
          <a:ln w="57150" cap="flat" cmpd="sng">
            <a:solidFill>
              <a:srgbClr val="FEC2AC">
                <a:alpha val="71764"/>
              </a:srgbClr>
            </a:solidFill>
            <a:prstDash val="solid"/>
            <a:round/>
            <a:headEnd type="none" w="sm" len="sm"/>
            <a:tailEnd type="none" w="sm" len="sm"/>
          </a:ln>
        </p:spPr>
      </p:cxnSp>
      <p:cxnSp>
        <p:nvCxnSpPr>
          <p:cNvPr id="27" name="Google Shape;27;p10"/>
          <p:cNvCxnSpPr/>
          <p:nvPr/>
        </p:nvCxnSpPr>
        <p:spPr>
          <a:xfrm>
            <a:off x="1828800" y="0"/>
            <a:ext cx="0" cy="10285500"/>
          </a:xfrm>
          <a:prstGeom prst="straightConnector1">
            <a:avLst/>
          </a:prstGeom>
          <a:noFill/>
          <a:ln w="57150" cap="flat" cmpd="sng">
            <a:solidFill>
              <a:srgbClr val="FFEDE7">
                <a:alpha val="81960"/>
              </a:srgbClr>
            </a:solidFill>
            <a:prstDash val="solid"/>
            <a:round/>
            <a:headEnd type="none" w="sm" len="sm"/>
            <a:tailEnd type="none" w="sm" len="sm"/>
          </a:ln>
        </p:spPr>
      </p:cxnSp>
      <p:cxnSp>
        <p:nvCxnSpPr>
          <p:cNvPr id="28" name="Google Shape;28;p10"/>
          <p:cNvCxnSpPr/>
          <p:nvPr/>
        </p:nvCxnSpPr>
        <p:spPr>
          <a:xfrm>
            <a:off x="1708224" y="0"/>
            <a:ext cx="0" cy="10285500"/>
          </a:xfrm>
          <a:prstGeom prst="straightConnector1">
            <a:avLst/>
          </a:prstGeom>
          <a:noFill/>
          <a:ln w="57150" cap="flat" cmpd="sng">
            <a:solidFill>
              <a:srgbClr val="FEC2AC"/>
            </a:solidFill>
            <a:prstDash val="solid"/>
            <a:round/>
            <a:headEnd type="none" w="sm" len="sm"/>
            <a:tailEnd type="none" w="sm" len="sm"/>
          </a:ln>
        </p:spPr>
      </p:cxnSp>
      <p:cxnSp>
        <p:nvCxnSpPr>
          <p:cNvPr id="29" name="Google Shape;29;p10"/>
          <p:cNvCxnSpPr/>
          <p:nvPr/>
        </p:nvCxnSpPr>
        <p:spPr>
          <a:xfrm>
            <a:off x="3453280" y="0"/>
            <a:ext cx="0" cy="10285500"/>
          </a:xfrm>
          <a:prstGeom prst="straightConnector1">
            <a:avLst/>
          </a:prstGeom>
          <a:noFill/>
          <a:ln w="28575" cap="flat" cmpd="sng">
            <a:solidFill>
              <a:srgbClr val="FEC2AC">
                <a:alpha val="80784"/>
              </a:srgbClr>
            </a:solidFill>
            <a:prstDash val="solid"/>
            <a:round/>
            <a:headEnd type="none" w="sm" len="sm"/>
            <a:tailEnd type="none" w="sm" len="sm"/>
          </a:ln>
        </p:spPr>
      </p:cxnSp>
      <p:cxnSp>
        <p:nvCxnSpPr>
          <p:cNvPr id="30" name="Google Shape;30;p10"/>
          <p:cNvCxnSpPr/>
          <p:nvPr/>
        </p:nvCxnSpPr>
        <p:spPr>
          <a:xfrm>
            <a:off x="2133600" y="0"/>
            <a:ext cx="0" cy="10285500"/>
          </a:xfrm>
          <a:prstGeom prst="straightConnector1">
            <a:avLst/>
          </a:prstGeom>
          <a:noFill/>
          <a:ln w="9525" cap="flat" cmpd="sng">
            <a:solidFill>
              <a:srgbClr val="FEC2AC"/>
            </a:solidFill>
            <a:prstDash val="solid"/>
            <a:round/>
            <a:headEnd type="none" w="sm" len="sm"/>
            <a:tailEnd type="none" w="sm" len="sm"/>
          </a:ln>
        </p:spPr>
      </p:cxnSp>
      <p:cxnSp>
        <p:nvCxnSpPr>
          <p:cNvPr id="31" name="Google Shape;31;p10"/>
          <p:cNvCxnSpPr/>
          <p:nvPr/>
        </p:nvCxnSpPr>
        <p:spPr>
          <a:xfrm>
            <a:off x="18227713" y="0"/>
            <a:ext cx="0" cy="10285500"/>
          </a:xfrm>
          <a:prstGeom prst="straightConnector1">
            <a:avLst/>
          </a:prstGeom>
          <a:noFill/>
          <a:ln w="57150" cap="flat" cmpd="thickThin">
            <a:solidFill>
              <a:srgbClr val="FEC2AC"/>
            </a:solidFill>
            <a:prstDash val="solid"/>
            <a:round/>
            <a:headEnd type="none" w="sm" len="sm"/>
            <a:tailEnd type="none" w="sm" len="sm"/>
          </a:ln>
        </p:spPr>
      </p:cxnSp>
      <p:sp>
        <p:nvSpPr>
          <p:cNvPr id="32" name="Google Shape;32;p10"/>
          <p:cNvSpPr/>
          <p:nvPr/>
        </p:nvSpPr>
        <p:spPr>
          <a:xfrm>
            <a:off x="2438400" y="0"/>
            <a:ext cx="152400" cy="10285500"/>
          </a:xfrm>
          <a:prstGeom prst="rect">
            <a:avLst/>
          </a:prstGeom>
          <a:solidFill>
            <a:srgbClr val="FEC2AC">
              <a:alpha val="49803"/>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33" name="Google Shape;33;p10"/>
          <p:cNvSpPr/>
          <p:nvPr/>
        </p:nvSpPr>
        <p:spPr>
          <a:xfrm>
            <a:off x="1219200" y="5142707"/>
            <a:ext cx="2590800" cy="19428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34" name="Google Shape;34;p10"/>
          <p:cNvSpPr/>
          <p:nvPr/>
        </p:nvSpPr>
        <p:spPr>
          <a:xfrm>
            <a:off x="2619264" y="7299002"/>
            <a:ext cx="1282800" cy="9621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35" name="Google Shape;35;p10"/>
          <p:cNvSpPr/>
          <p:nvPr/>
        </p:nvSpPr>
        <p:spPr>
          <a:xfrm>
            <a:off x="2182160" y="8249675"/>
            <a:ext cx="274200" cy="2058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36" name="Google Shape;36;p10"/>
          <p:cNvSpPr/>
          <p:nvPr/>
        </p:nvSpPr>
        <p:spPr>
          <a:xfrm>
            <a:off x="3328416" y="8680888"/>
            <a:ext cx="548700" cy="4113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37" name="Google Shape;37;p10"/>
          <p:cNvSpPr/>
          <p:nvPr/>
        </p:nvSpPr>
        <p:spPr>
          <a:xfrm>
            <a:off x="3810000" y="6742660"/>
            <a:ext cx="731400" cy="5487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38" name="Google Shape;38;p10"/>
          <p:cNvSpPr txBox="1">
            <a:spLocks noGrp="1"/>
          </p:cNvSpPr>
          <p:nvPr>
            <p:ph type="sldNum" idx="12"/>
          </p:nvPr>
        </p:nvSpPr>
        <p:spPr>
          <a:xfrm>
            <a:off x="2651088" y="7391913"/>
            <a:ext cx="1219200" cy="776100"/>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1pPr>
            <a:lvl2pPr marL="0" marR="0" lvl="1"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2pPr>
            <a:lvl3pPr marL="0" marR="0" lvl="2"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3pPr>
            <a:lvl4pPr marL="0" marR="0" lvl="3"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4pPr>
            <a:lvl5pPr marL="0" marR="0" lvl="4"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5pPr>
            <a:lvl6pPr marL="0" marR="0" lvl="5"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6pPr>
            <a:lvl7pPr marL="0" marR="0" lvl="6"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7pPr>
            <a:lvl8pPr marL="0" marR="0" lvl="7"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8pPr>
            <a:lvl9pPr marL="0" marR="0" lvl="8"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9pPr>
          </a:lstStyle>
          <a:p>
            <a:pPr marL="0" lvl="0" indent="0" algn="ctr" rtl="0">
              <a:spcBef>
                <a:spcPts val="0"/>
              </a:spcBef>
              <a:spcAft>
                <a:spcPts val="0"/>
              </a:spcAft>
              <a:buNone/>
            </a:pPr>
            <a:fld id="{00000000-1234-1234-1234-123412341234}" type="slidenum">
              <a:rPr lang="es-CL"/>
              <a:t>‹Nº›</a:t>
            </a:fld>
            <a:endParaRPr/>
          </a:p>
        </p:txBody>
      </p:sp>
      <p:pic>
        <p:nvPicPr>
          <p:cNvPr id="39" name="Google Shape;39;p10" descr="UDLA-Universidad de Las Américas"/>
          <p:cNvPicPr preferRelativeResize="0"/>
          <p:nvPr/>
        </p:nvPicPr>
        <p:blipFill rotWithShape="1">
          <a:blip r:embed="rId2">
            <a:alphaModFix/>
          </a:blip>
          <a:srcRect/>
          <a:stretch/>
        </p:blipFill>
        <p:spPr>
          <a:xfrm>
            <a:off x="14436703" y="383686"/>
            <a:ext cx="3128480" cy="828547"/>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914400" y="1099993"/>
            <a:ext cx="14935201" cy="10260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914400" y="2399930"/>
            <a:ext cx="14935201" cy="7309500"/>
          </a:xfrm>
          <a:prstGeom prst="rect">
            <a:avLst/>
          </a:prstGeom>
          <a:noFill/>
          <a:ln>
            <a:noFill/>
          </a:ln>
        </p:spPr>
        <p:txBody>
          <a:bodyPr spcFirstLastPara="1" wrap="square" lIns="91425" tIns="45700" rIns="91425" bIns="45700" anchor="t" anchorCtr="0">
            <a:noAutofit/>
          </a:bodyPr>
          <a:lstStyle>
            <a:lvl1pPr marL="457200" lvl="0" indent="-308610" algn="l">
              <a:lnSpc>
                <a:spcPct val="100000"/>
              </a:lnSpc>
              <a:spcBef>
                <a:spcPts val="900"/>
              </a:spcBef>
              <a:spcAft>
                <a:spcPts val="0"/>
              </a:spcAft>
              <a:buSzPts val="1260"/>
              <a:buChar char="?"/>
              <a:defRPr/>
            </a:lvl1pPr>
            <a:lvl2pPr marL="914400" lvl="1" indent="-320040" algn="l">
              <a:lnSpc>
                <a:spcPct val="100000"/>
              </a:lnSpc>
              <a:spcBef>
                <a:spcPts val="360"/>
              </a:spcBef>
              <a:spcAft>
                <a:spcPts val="0"/>
              </a:spcAft>
              <a:buSzPts val="1440"/>
              <a:buChar char="⚫"/>
              <a:defRPr/>
            </a:lvl2pPr>
            <a:lvl3pPr marL="1371600" lvl="2" indent="-297180" algn="l">
              <a:lnSpc>
                <a:spcPct val="100000"/>
              </a:lnSpc>
              <a:spcBef>
                <a:spcPts val="360"/>
              </a:spcBef>
              <a:spcAft>
                <a:spcPts val="0"/>
              </a:spcAft>
              <a:buSzPts val="1080"/>
              <a:buChar char="?"/>
              <a:defRPr/>
            </a:lvl3pPr>
            <a:lvl4pPr marL="1828800" lvl="3" indent="-297180" algn="l">
              <a:lnSpc>
                <a:spcPct val="100000"/>
              </a:lnSpc>
              <a:spcBef>
                <a:spcPts val="360"/>
              </a:spcBef>
              <a:spcAft>
                <a:spcPts val="0"/>
              </a:spcAft>
              <a:buSzPts val="1080"/>
              <a:buChar char="?"/>
              <a:defRPr/>
            </a:lvl4pPr>
            <a:lvl5pPr marL="2286000" lvl="4" indent="-306323" algn="l">
              <a:lnSpc>
                <a:spcPct val="100000"/>
              </a:lnSpc>
              <a:spcBef>
                <a:spcPts val="360"/>
              </a:spcBef>
              <a:spcAft>
                <a:spcPts val="0"/>
              </a:spcAft>
              <a:buSzPts val="1224"/>
              <a:buChar char="⚫"/>
              <a:defRPr/>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43" name="Google Shape;43;p11"/>
          <p:cNvSpPr txBox="1">
            <a:spLocks noGrp="1"/>
          </p:cNvSpPr>
          <p:nvPr>
            <p:ph type="dt" idx="10"/>
          </p:nvPr>
        </p:nvSpPr>
        <p:spPr>
          <a:xfrm rot="5400000">
            <a:off x="15682219" y="1526541"/>
            <a:ext cx="3017100" cy="7680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1"/>
          <p:cNvSpPr txBox="1">
            <a:spLocks noGrp="1"/>
          </p:cNvSpPr>
          <p:nvPr>
            <p:ph type="ftr" idx="11"/>
          </p:nvPr>
        </p:nvSpPr>
        <p:spPr>
          <a:xfrm rot="5400000">
            <a:off x="14780833" y="5513643"/>
            <a:ext cx="4800000" cy="731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45" name="Google Shape;45;p11" descr="UDLA-Universidad de Las Américas"/>
          <p:cNvPicPr preferRelativeResize="0"/>
          <p:nvPr/>
        </p:nvPicPr>
        <p:blipFill rotWithShape="1">
          <a:blip r:embed="rId2">
            <a:alphaModFix/>
          </a:blip>
          <a:srcRect/>
          <a:stretch/>
        </p:blipFill>
        <p:spPr>
          <a:xfrm>
            <a:off x="575048" y="394381"/>
            <a:ext cx="2664296" cy="705612"/>
          </a:xfrm>
          <a:prstGeom prst="rect">
            <a:avLst/>
          </a:prstGeom>
          <a:noFill/>
          <a:ln>
            <a:noFill/>
          </a:ln>
        </p:spPr>
      </p:pic>
      <p:sp>
        <p:nvSpPr>
          <p:cNvPr id="46" name="Google Shape;46;p11"/>
          <p:cNvSpPr txBox="1">
            <a:spLocks noGrp="1"/>
          </p:cNvSpPr>
          <p:nvPr>
            <p:ph type="sldNum" idx="12"/>
          </p:nvPr>
        </p:nvSpPr>
        <p:spPr>
          <a:xfrm>
            <a:off x="16308113" y="8599090"/>
            <a:ext cx="1219200" cy="781800"/>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1pPr>
            <a:lvl2pPr marL="0" marR="0" lvl="1"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2pPr>
            <a:lvl3pPr marL="0" marR="0" lvl="2"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3pPr>
            <a:lvl4pPr marL="0" marR="0" lvl="3"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4pPr>
            <a:lvl5pPr marL="0" marR="0" lvl="4"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5pPr>
            <a:lvl6pPr marL="0" marR="0" lvl="5"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6pPr>
            <a:lvl7pPr marL="0" marR="0" lvl="6"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7pPr>
            <a:lvl8pPr marL="0" marR="0" lvl="7"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8pPr>
            <a:lvl9pPr marL="0" marR="0" lvl="8"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9pPr>
          </a:lstStyle>
          <a:p>
            <a:pPr marL="0" lvl="0" indent="0" algn="ctr" rtl="0">
              <a:spcBef>
                <a:spcPts val="0"/>
              </a:spcBef>
              <a:spcAft>
                <a:spcPts val="0"/>
              </a:spcAft>
              <a:buNone/>
            </a:pPr>
            <a:fld id="{00000000-1234-1234-1234-123412341234}" type="slidenum">
              <a:rPr lang="es-CL"/>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Encabezado de sección" type="secHead">
  <p:cSld name="SECTION_HEADER">
    <p:bg>
      <p:bgPr>
        <a:solidFill>
          <a:schemeClr val="dk2"/>
        </a:solidFill>
        <a:effectLst/>
      </p:bgPr>
    </p:bg>
    <p:spTree>
      <p:nvGrpSpPr>
        <p:cNvPr id="1" name="Shape 47"/>
        <p:cNvGrpSpPr/>
        <p:nvPr/>
      </p:nvGrpSpPr>
      <p:grpSpPr>
        <a:xfrm>
          <a:off x="0" y="0"/>
          <a:ext cx="0" cy="0"/>
          <a:chOff x="0" y="0"/>
          <a:chExt cx="0" cy="0"/>
        </a:xfrm>
      </p:grpSpPr>
      <p:sp>
        <p:nvSpPr>
          <p:cNvPr id="48" name="Google Shape;48;p12"/>
          <p:cNvSpPr txBox="1">
            <a:spLocks noGrp="1"/>
          </p:cNvSpPr>
          <p:nvPr>
            <p:ph type="title"/>
          </p:nvPr>
        </p:nvSpPr>
        <p:spPr>
          <a:xfrm>
            <a:off x="4572000" y="4342730"/>
            <a:ext cx="12344400" cy="30798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chemeClr val="lt2"/>
              </a:buClr>
              <a:buSzPts val="4499"/>
              <a:buFont typeface="Century Schoolbook"/>
              <a:buNone/>
              <a:defRPr sz="4499" b="1" cap="small"/>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12"/>
          <p:cNvSpPr txBox="1">
            <a:spLocks noGrp="1"/>
          </p:cNvSpPr>
          <p:nvPr>
            <p:ph type="body" idx="1"/>
          </p:nvPr>
        </p:nvSpPr>
        <p:spPr>
          <a:xfrm>
            <a:off x="4572000" y="7514065"/>
            <a:ext cx="12344400" cy="2057100"/>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900"/>
              </a:spcBef>
              <a:spcAft>
                <a:spcPts val="0"/>
              </a:spcAft>
              <a:buSzPts val="1890"/>
              <a:buNone/>
              <a:defRPr sz="2700" b="1">
                <a:solidFill>
                  <a:schemeClr val="lt2"/>
                </a:solidFill>
              </a:defRPr>
            </a:lvl1pPr>
            <a:lvl2pPr marL="914400" lvl="1" indent="-228600" algn="l">
              <a:lnSpc>
                <a:spcPct val="100000"/>
              </a:lnSpc>
              <a:spcBef>
                <a:spcPts val="540"/>
              </a:spcBef>
              <a:spcAft>
                <a:spcPts val="0"/>
              </a:spcAft>
              <a:buSzPts val="2160"/>
              <a:buNone/>
              <a:defRPr sz="2700">
                <a:solidFill>
                  <a:schemeClr val="lt1"/>
                </a:solidFill>
              </a:defRPr>
            </a:lvl2pPr>
            <a:lvl3pPr marL="1371600" lvl="2" indent="-228600" algn="l">
              <a:lnSpc>
                <a:spcPct val="100000"/>
              </a:lnSpc>
              <a:spcBef>
                <a:spcPts val="480"/>
              </a:spcBef>
              <a:spcAft>
                <a:spcPts val="0"/>
              </a:spcAft>
              <a:buSzPts val="1440"/>
              <a:buNone/>
              <a:defRPr sz="2400">
                <a:solidFill>
                  <a:schemeClr val="lt1"/>
                </a:solidFill>
              </a:defRPr>
            </a:lvl3pPr>
            <a:lvl4pPr marL="1828800" lvl="3" indent="-228600" algn="l">
              <a:lnSpc>
                <a:spcPct val="100000"/>
              </a:lnSpc>
              <a:spcBef>
                <a:spcPts val="420"/>
              </a:spcBef>
              <a:spcAft>
                <a:spcPts val="0"/>
              </a:spcAft>
              <a:buSzPts val="1260"/>
              <a:buNone/>
              <a:defRPr sz="2100">
                <a:solidFill>
                  <a:schemeClr val="lt1"/>
                </a:solidFill>
              </a:defRPr>
            </a:lvl4pPr>
            <a:lvl5pPr marL="2286000" lvl="4" indent="-228600" algn="l">
              <a:lnSpc>
                <a:spcPct val="100000"/>
              </a:lnSpc>
              <a:spcBef>
                <a:spcPts val="420"/>
              </a:spcBef>
              <a:spcAft>
                <a:spcPts val="0"/>
              </a:spcAft>
              <a:buSzPts val="1428"/>
              <a:buNone/>
              <a:defRPr sz="2100">
                <a:solidFill>
                  <a:schemeClr val="lt1"/>
                </a:solidFill>
              </a:defRPr>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50" name="Google Shape;50;p12"/>
          <p:cNvSpPr txBox="1">
            <a:spLocks noGrp="1"/>
          </p:cNvSpPr>
          <p:nvPr>
            <p:ph type="dt" idx="10"/>
          </p:nvPr>
        </p:nvSpPr>
        <p:spPr>
          <a:xfrm rot="5400000">
            <a:off x="16098313" y="1660048"/>
            <a:ext cx="3428400" cy="7620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ftr" idx="11"/>
          </p:nvPr>
        </p:nvSpPr>
        <p:spPr>
          <a:xfrm rot="5400000">
            <a:off x="15069809" y="6171210"/>
            <a:ext cx="5485500" cy="7680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p:nvPr/>
        </p:nvSpPr>
        <p:spPr>
          <a:xfrm>
            <a:off x="762000" y="0"/>
            <a:ext cx="1219200" cy="10285500"/>
          </a:xfrm>
          <a:prstGeom prst="rect">
            <a:avLst/>
          </a:prstGeom>
          <a:solidFill>
            <a:srgbClr val="FEC2AC">
              <a:alpha val="52941"/>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53" name="Google Shape;53;p12"/>
          <p:cNvSpPr/>
          <p:nvPr/>
        </p:nvSpPr>
        <p:spPr>
          <a:xfrm>
            <a:off x="552672" y="0"/>
            <a:ext cx="209400" cy="10285500"/>
          </a:xfrm>
          <a:prstGeom prst="rect">
            <a:avLst/>
          </a:prstGeom>
          <a:solidFill>
            <a:srgbClr val="FFD8CC">
              <a:alpha val="34901"/>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54" name="Google Shape;54;p12"/>
          <p:cNvSpPr/>
          <p:nvPr/>
        </p:nvSpPr>
        <p:spPr>
          <a:xfrm>
            <a:off x="1981200" y="0"/>
            <a:ext cx="363600" cy="10285500"/>
          </a:xfrm>
          <a:prstGeom prst="rect">
            <a:avLst/>
          </a:prstGeom>
          <a:solidFill>
            <a:srgbClr val="FFD8CC">
              <a:alpha val="68627"/>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55" name="Google Shape;55;p12"/>
          <p:cNvSpPr/>
          <p:nvPr/>
        </p:nvSpPr>
        <p:spPr>
          <a:xfrm>
            <a:off x="2282640" y="0"/>
            <a:ext cx="460500" cy="10285500"/>
          </a:xfrm>
          <a:prstGeom prst="rect">
            <a:avLst/>
          </a:prstGeom>
          <a:solidFill>
            <a:srgbClr val="FFEDE7">
              <a:alpha val="69803"/>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cxnSp>
        <p:nvCxnSpPr>
          <p:cNvPr id="56" name="Google Shape;56;p12"/>
          <p:cNvCxnSpPr/>
          <p:nvPr/>
        </p:nvCxnSpPr>
        <p:spPr>
          <a:xfrm>
            <a:off x="212688" y="0"/>
            <a:ext cx="0" cy="10285500"/>
          </a:xfrm>
          <a:prstGeom prst="straightConnector1">
            <a:avLst/>
          </a:prstGeom>
          <a:noFill/>
          <a:ln w="57150" cap="flat" cmpd="sng">
            <a:solidFill>
              <a:srgbClr val="FEC2AC">
                <a:alpha val="71764"/>
              </a:srgbClr>
            </a:solidFill>
            <a:prstDash val="solid"/>
            <a:round/>
            <a:headEnd type="none" w="sm" len="sm"/>
            <a:tailEnd type="none" w="sm" len="sm"/>
          </a:ln>
        </p:spPr>
      </p:cxnSp>
      <p:cxnSp>
        <p:nvCxnSpPr>
          <p:cNvPr id="57" name="Google Shape;57;p12"/>
          <p:cNvCxnSpPr/>
          <p:nvPr/>
        </p:nvCxnSpPr>
        <p:spPr>
          <a:xfrm>
            <a:off x="1828800" y="0"/>
            <a:ext cx="0" cy="10285500"/>
          </a:xfrm>
          <a:prstGeom prst="straightConnector1">
            <a:avLst/>
          </a:prstGeom>
          <a:noFill/>
          <a:ln w="57150" cap="flat" cmpd="sng">
            <a:solidFill>
              <a:srgbClr val="FFEDE7">
                <a:alpha val="81960"/>
              </a:srgbClr>
            </a:solidFill>
            <a:prstDash val="solid"/>
            <a:round/>
            <a:headEnd type="none" w="sm" len="sm"/>
            <a:tailEnd type="none" w="sm" len="sm"/>
          </a:ln>
        </p:spPr>
      </p:cxnSp>
      <p:cxnSp>
        <p:nvCxnSpPr>
          <p:cNvPr id="58" name="Google Shape;58;p12"/>
          <p:cNvCxnSpPr/>
          <p:nvPr/>
        </p:nvCxnSpPr>
        <p:spPr>
          <a:xfrm>
            <a:off x="1708224" y="0"/>
            <a:ext cx="0" cy="10285500"/>
          </a:xfrm>
          <a:prstGeom prst="straightConnector1">
            <a:avLst/>
          </a:prstGeom>
          <a:noFill/>
          <a:ln w="57150" cap="flat" cmpd="sng">
            <a:solidFill>
              <a:srgbClr val="FEC2AC"/>
            </a:solidFill>
            <a:prstDash val="solid"/>
            <a:round/>
            <a:headEnd type="none" w="sm" len="sm"/>
            <a:tailEnd type="none" w="sm" len="sm"/>
          </a:ln>
        </p:spPr>
      </p:cxnSp>
      <p:cxnSp>
        <p:nvCxnSpPr>
          <p:cNvPr id="59" name="Google Shape;59;p12"/>
          <p:cNvCxnSpPr/>
          <p:nvPr/>
        </p:nvCxnSpPr>
        <p:spPr>
          <a:xfrm>
            <a:off x="3453280" y="0"/>
            <a:ext cx="0" cy="10285500"/>
          </a:xfrm>
          <a:prstGeom prst="straightConnector1">
            <a:avLst/>
          </a:prstGeom>
          <a:noFill/>
          <a:ln w="28575" cap="flat" cmpd="sng">
            <a:solidFill>
              <a:srgbClr val="FEC2AC">
                <a:alpha val="80784"/>
              </a:srgbClr>
            </a:solidFill>
            <a:prstDash val="solid"/>
            <a:round/>
            <a:headEnd type="none" w="sm" len="sm"/>
            <a:tailEnd type="none" w="sm" len="sm"/>
          </a:ln>
        </p:spPr>
      </p:cxnSp>
      <p:cxnSp>
        <p:nvCxnSpPr>
          <p:cNvPr id="60" name="Google Shape;60;p12"/>
          <p:cNvCxnSpPr/>
          <p:nvPr/>
        </p:nvCxnSpPr>
        <p:spPr>
          <a:xfrm>
            <a:off x="2133600" y="0"/>
            <a:ext cx="0" cy="10285500"/>
          </a:xfrm>
          <a:prstGeom prst="straightConnector1">
            <a:avLst/>
          </a:prstGeom>
          <a:noFill/>
          <a:ln w="9525" cap="flat" cmpd="sng">
            <a:solidFill>
              <a:srgbClr val="FEC2AC"/>
            </a:solidFill>
            <a:prstDash val="solid"/>
            <a:round/>
            <a:headEnd type="none" w="sm" len="sm"/>
            <a:tailEnd type="none" w="sm" len="sm"/>
          </a:ln>
        </p:spPr>
      </p:cxnSp>
      <p:sp>
        <p:nvSpPr>
          <p:cNvPr id="61" name="Google Shape;61;p12"/>
          <p:cNvSpPr/>
          <p:nvPr/>
        </p:nvSpPr>
        <p:spPr>
          <a:xfrm>
            <a:off x="2438400" y="0"/>
            <a:ext cx="152400" cy="10285500"/>
          </a:xfrm>
          <a:prstGeom prst="rect">
            <a:avLst/>
          </a:prstGeom>
          <a:solidFill>
            <a:srgbClr val="FEC2AC">
              <a:alpha val="49803"/>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62" name="Google Shape;62;p12"/>
          <p:cNvSpPr/>
          <p:nvPr/>
        </p:nvSpPr>
        <p:spPr>
          <a:xfrm>
            <a:off x="1219200" y="5142707"/>
            <a:ext cx="2590800" cy="19428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63" name="Google Shape;63;p12"/>
          <p:cNvSpPr/>
          <p:nvPr/>
        </p:nvSpPr>
        <p:spPr>
          <a:xfrm>
            <a:off x="2649408" y="7299002"/>
            <a:ext cx="1282800" cy="9621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64" name="Google Shape;64;p12"/>
          <p:cNvSpPr/>
          <p:nvPr/>
        </p:nvSpPr>
        <p:spPr>
          <a:xfrm>
            <a:off x="2182160" y="8249675"/>
            <a:ext cx="274200" cy="2058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65" name="Google Shape;65;p12"/>
          <p:cNvSpPr/>
          <p:nvPr/>
        </p:nvSpPr>
        <p:spPr>
          <a:xfrm>
            <a:off x="3328416" y="8685460"/>
            <a:ext cx="548700" cy="4113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66" name="Google Shape;66;p12"/>
          <p:cNvSpPr/>
          <p:nvPr/>
        </p:nvSpPr>
        <p:spPr>
          <a:xfrm>
            <a:off x="3758080" y="6718795"/>
            <a:ext cx="731400" cy="5487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cxnSp>
        <p:nvCxnSpPr>
          <p:cNvPr id="67" name="Google Shape;67;p12"/>
          <p:cNvCxnSpPr/>
          <p:nvPr/>
        </p:nvCxnSpPr>
        <p:spPr>
          <a:xfrm>
            <a:off x="18195888" y="0"/>
            <a:ext cx="0" cy="10285500"/>
          </a:xfrm>
          <a:prstGeom prst="straightConnector1">
            <a:avLst/>
          </a:prstGeom>
          <a:noFill/>
          <a:ln w="57150" cap="flat" cmpd="thickThin">
            <a:solidFill>
              <a:srgbClr val="FEC2AC"/>
            </a:solidFill>
            <a:prstDash val="solid"/>
            <a:round/>
            <a:headEnd type="none" w="sm" len="sm"/>
            <a:tailEnd type="none" w="sm" len="sm"/>
          </a:ln>
        </p:spPr>
      </p:cxnSp>
      <p:sp>
        <p:nvSpPr>
          <p:cNvPr id="68" name="Google Shape;68;p12"/>
          <p:cNvSpPr txBox="1">
            <a:spLocks noGrp="1"/>
          </p:cNvSpPr>
          <p:nvPr>
            <p:ph type="sldNum" idx="12"/>
          </p:nvPr>
        </p:nvSpPr>
        <p:spPr>
          <a:xfrm>
            <a:off x="2681232" y="7391913"/>
            <a:ext cx="1219200" cy="776100"/>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1pPr>
            <a:lvl2pPr marL="0" marR="0" lvl="1"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2pPr>
            <a:lvl3pPr marL="0" marR="0" lvl="2"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3pPr>
            <a:lvl4pPr marL="0" marR="0" lvl="3"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4pPr>
            <a:lvl5pPr marL="0" marR="0" lvl="4"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5pPr>
            <a:lvl6pPr marL="0" marR="0" lvl="5"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6pPr>
            <a:lvl7pPr marL="0" marR="0" lvl="6"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7pPr>
            <a:lvl8pPr marL="0" marR="0" lvl="7"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8pPr>
            <a:lvl9pPr marL="0" marR="0" lvl="8"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9pPr>
          </a:lstStyle>
          <a:p>
            <a:pPr marL="0" lvl="0" indent="0" algn="ctr" rtl="0">
              <a:spcBef>
                <a:spcPts val="0"/>
              </a:spcBef>
              <a:spcAft>
                <a:spcPts val="0"/>
              </a:spcAft>
              <a:buNone/>
            </a:pPr>
            <a:fld id="{00000000-1234-1234-1234-123412341234}" type="slidenum">
              <a:rPr lang="es-CL"/>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69"/>
        <p:cNvGrpSpPr/>
        <p:nvPr/>
      </p:nvGrpSpPr>
      <p:grpSpPr>
        <a:xfrm>
          <a:off x="0" y="0"/>
          <a:ext cx="0" cy="0"/>
          <a:chOff x="0" y="0"/>
          <a:chExt cx="0" cy="0"/>
        </a:xfrm>
      </p:grpSpPr>
      <p:sp>
        <p:nvSpPr>
          <p:cNvPr id="70" name="Google Shape;70;p13"/>
          <p:cNvSpPr txBox="1">
            <a:spLocks noGrp="1"/>
          </p:cNvSpPr>
          <p:nvPr>
            <p:ph type="title"/>
          </p:nvPr>
        </p:nvSpPr>
        <p:spPr>
          <a:xfrm>
            <a:off x="914400" y="1099993"/>
            <a:ext cx="14935201" cy="10260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3"/>
          <p:cNvSpPr txBox="1">
            <a:spLocks noGrp="1"/>
          </p:cNvSpPr>
          <p:nvPr>
            <p:ph type="dt" idx="10"/>
          </p:nvPr>
        </p:nvSpPr>
        <p:spPr>
          <a:xfrm rot="5400000">
            <a:off x="15682219" y="1526541"/>
            <a:ext cx="3017100" cy="7680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3"/>
          <p:cNvSpPr txBox="1">
            <a:spLocks noGrp="1"/>
          </p:cNvSpPr>
          <p:nvPr>
            <p:ph type="ftr" idx="11"/>
          </p:nvPr>
        </p:nvSpPr>
        <p:spPr>
          <a:xfrm rot="5400000">
            <a:off x="14780833" y="5513643"/>
            <a:ext cx="4800000" cy="731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3"/>
          <p:cNvSpPr txBox="1">
            <a:spLocks noGrp="1"/>
          </p:cNvSpPr>
          <p:nvPr>
            <p:ph type="sldNum" idx="12"/>
          </p:nvPr>
        </p:nvSpPr>
        <p:spPr>
          <a:xfrm>
            <a:off x="16258031" y="8599748"/>
            <a:ext cx="1219200" cy="781800"/>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1pPr>
            <a:lvl2pPr marL="0" marR="0" lvl="1"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2pPr>
            <a:lvl3pPr marL="0" marR="0" lvl="2"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3pPr>
            <a:lvl4pPr marL="0" marR="0" lvl="3"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4pPr>
            <a:lvl5pPr marL="0" marR="0" lvl="4"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5pPr>
            <a:lvl6pPr marL="0" marR="0" lvl="5"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6pPr>
            <a:lvl7pPr marL="0" marR="0" lvl="6"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7pPr>
            <a:lvl8pPr marL="0" marR="0" lvl="7"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8pPr>
            <a:lvl9pPr marL="0" marR="0" lvl="8"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9pPr>
          </a:lstStyle>
          <a:p>
            <a:pPr marL="0" lvl="0" indent="0" algn="ctr" rtl="0">
              <a:spcBef>
                <a:spcPts val="0"/>
              </a:spcBef>
              <a:spcAft>
                <a:spcPts val="0"/>
              </a:spcAft>
              <a:buNone/>
            </a:pPr>
            <a:fld id="{00000000-1234-1234-1234-123412341234}" type="slidenum">
              <a:rPr lang="es-CL"/>
              <a:t>‹Nº›</a:t>
            </a:fld>
            <a:endParaRPr/>
          </a:p>
        </p:txBody>
      </p:sp>
      <p:sp>
        <p:nvSpPr>
          <p:cNvPr id="74" name="Google Shape;74;p13"/>
          <p:cNvSpPr txBox="1">
            <a:spLocks noGrp="1"/>
          </p:cNvSpPr>
          <p:nvPr>
            <p:ph type="body" idx="1"/>
          </p:nvPr>
        </p:nvSpPr>
        <p:spPr>
          <a:xfrm>
            <a:off x="914400" y="2399930"/>
            <a:ext cx="7315200" cy="6856800"/>
          </a:xfrm>
          <a:prstGeom prst="rect">
            <a:avLst/>
          </a:prstGeom>
          <a:noFill/>
          <a:ln>
            <a:noFill/>
          </a:ln>
        </p:spPr>
        <p:txBody>
          <a:bodyPr spcFirstLastPara="1" wrap="square" lIns="91425" tIns="45700" rIns="91425" bIns="45700" anchor="t" anchorCtr="0">
            <a:noAutofit/>
          </a:bodyPr>
          <a:lstStyle>
            <a:lvl1pPr marL="457200" lvl="0" indent="-308610" algn="l">
              <a:lnSpc>
                <a:spcPct val="100000"/>
              </a:lnSpc>
              <a:spcBef>
                <a:spcPts val="900"/>
              </a:spcBef>
              <a:spcAft>
                <a:spcPts val="0"/>
              </a:spcAft>
              <a:buSzPts val="1260"/>
              <a:buChar char="?"/>
              <a:defRPr/>
            </a:lvl1pPr>
            <a:lvl2pPr marL="914400" lvl="1" indent="-320040" algn="l">
              <a:lnSpc>
                <a:spcPct val="100000"/>
              </a:lnSpc>
              <a:spcBef>
                <a:spcPts val="360"/>
              </a:spcBef>
              <a:spcAft>
                <a:spcPts val="0"/>
              </a:spcAft>
              <a:buSzPts val="1440"/>
              <a:buChar char="⚫"/>
              <a:defRPr/>
            </a:lvl2pPr>
            <a:lvl3pPr marL="1371600" lvl="2" indent="-297180" algn="l">
              <a:lnSpc>
                <a:spcPct val="100000"/>
              </a:lnSpc>
              <a:spcBef>
                <a:spcPts val="360"/>
              </a:spcBef>
              <a:spcAft>
                <a:spcPts val="0"/>
              </a:spcAft>
              <a:buSzPts val="1080"/>
              <a:buChar char="?"/>
              <a:defRPr/>
            </a:lvl3pPr>
            <a:lvl4pPr marL="1828800" lvl="3" indent="-297180" algn="l">
              <a:lnSpc>
                <a:spcPct val="100000"/>
              </a:lnSpc>
              <a:spcBef>
                <a:spcPts val="360"/>
              </a:spcBef>
              <a:spcAft>
                <a:spcPts val="0"/>
              </a:spcAft>
              <a:buSzPts val="1080"/>
              <a:buChar char="?"/>
              <a:defRPr/>
            </a:lvl4pPr>
            <a:lvl5pPr marL="2286000" lvl="4" indent="-306323" algn="l">
              <a:lnSpc>
                <a:spcPct val="100000"/>
              </a:lnSpc>
              <a:spcBef>
                <a:spcPts val="360"/>
              </a:spcBef>
              <a:spcAft>
                <a:spcPts val="0"/>
              </a:spcAft>
              <a:buSzPts val="1224"/>
              <a:buChar char="⚫"/>
              <a:defRPr/>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75" name="Google Shape;75;p13"/>
          <p:cNvSpPr txBox="1">
            <a:spLocks noGrp="1"/>
          </p:cNvSpPr>
          <p:nvPr>
            <p:ph type="body" idx="2"/>
          </p:nvPr>
        </p:nvSpPr>
        <p:spPr>
          <a:xfrm>
            <a:off x="8540496" y="2399930"/>
            <a:ext cx="7315200" cy="6856800"/>
          </a:xfrm>
          <a:prstGeom prst="rect">
            <a:avLst/>
          </a:prstGeom>
          <a:noFill/>
          <a:ln>
            <a:noFill/>
          </a:ln>
        </p:spPr>
        <p:txBody>
          <a:bodyPr spcFirstLastPara="1" wrap="square" lIns="91425" tIns="45700" rIns="91425" bIns="45700" anchor="t" anchorCtr="0">
            <a:noAutofit/>
          </a:bodyPr>
          <a:lstStyle>
            <a:lvl1pPr marL="457200" lvl="0" indent="-308610" algn="l">
              <a:lnSpc>
                <a:spcPct val="100000"/>
              </a:lnSpc>
              <a:spcBef>
                <a:spcPts val="900"/>
              </a:spcBef>
              <a:spcAft>
                <a:spcPts val="0"/>
              </a:spcAft>
              <a:buSzPts val="1260"/>
              <a:buChar char="?"/>
              <a:defRPr/>
            </a:lvl1pPr>
            <a:lvl2pPr marL="914400" lvl="1" indent="-320040" algn="l">
              <a:lnSpc>
                <a:spcPct val="100000"/>
              </a:lnSpc>
              <a:spcBef>
                <a:spcPts val="360"/>
              </a:spcBef>
              <a:spcAft>
                <a:spcPts val="0"/>
              </a:spcAft>
              <a:buSzPts val="1440"/>
              <a:buChar char="⚫"/>
              <a:defRPr/>
            </a:lvl2pPr>
            <a:lvl3pPr marL="1371600" lvl="2" indent="-297180" algn="l">
              <a:lnSpc>
                <a:spcPct val="100000"/>
              </a:lnSpc>
              <a:spcBef>
                <a:spcPts val="360"/>
              </a:spcBef>
              <a:spcAft>
                <a:spcPts val="0"/>
              </a:spcAft>
              <a:buSzPts val="1080"/>
              <a:buChar char="?"/>
              <a:defRPr/>
            </a:lvl3pPr>
            <a:lvl4pPr marL="1828800" lvl="3" indent="-297180" algn="l">
              <a:lnSpc>
                <a:spcPct val="100000"/>
              </a:lnSpc>
              <a:spcBef>
                <a:spcPts val="360"/>
              </a:spcBef>
              <a:spcAft>
                <a:spcPts val="0"/>
              </a:spcAft>
              <a:buSzPts val="1080"/>
              <a:buChar char="?"/>
              <a:defRPr/>
            </a:lvl4pPr>
            <a:lvl5pPr marL="2286000" lvl="4" indent="-306323" algn="l">
              <a:lnSpc>
                <a:spcPct val="100000"/>
              </a:lnSpc>
              <a:spcBef>
                <a:spcPts val="360"/>
              </a:spcBef>
              <a:spcAft>
                <a:spcPts val="0"/>
              </a:spcAft>
              <a:buSzPts val="1224"/>
              <a:buChar char="⚫"/>
              <a:defRPr/>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pic>
        <p:nvPicPr>
          <p:cNvPr id="76" name="Google Shape;76;p13" descr="UDLA-Universidad de Las Américas"/>
          <p:cNvPicPr preferRelativeResize="0"/>
          <p:nvPr/>
        </p:nvPicPr>
        <p:blipFill rotWithShape="1">
          <a:blip r:embed="rId2">
            <a:alphaModFix/>
          </a:blip>
          <a:srcRect/>
          <a:stretch/>
        </p:blipFill>
        <p:spPr>
          <a:xfrm>
            <a:off x="575048" y="394381"/>
            <a:ext cx="2664296" cy="705612"/>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77"/>
        <p:cNvGrpSpPr/>
        <p:nvPr/>
      </p:nvGrpSpPr>
      <p:grpSpPr>
        <a:xfrm>
          <a:off x="0" y="0"/>
          <a:ext cx="0" cy="0"/>
          <a:chOff x="0" y="0"/>
          <a:chExt cx="0" cy="0"/>
        </a:xfrm>
      </p:grpSpPr>
      <p:sp>
        <p:nvSpPr>
          <p:cNvPr id="78" name="Google Shape;78;p14"/>
          <p:cNvSpPr txBox="1">
            <a:spLocks noGrp="1"/>
          </p:cNvSpPr>
          <p:nvPr>
            <p:ph type="title"/>
          </p:nvPr>
        </p:nvSpPr>
        <p:spPr>
          <a:xfrm>
            <a:off x="914400" y="894234"/>
            <a:ext cx="15087600" cy="12294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chemeClr val="dk2"/>
              </a:buClr>
              <a:buSzPts val="4499"/>
              <a:buFont typeface="Century Schoolboo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4"/>
          <p:cNvSpPr txBox="1">
            <a:spLocks noGrp="1"/>
          </p:cNvSpPr>
          <p:nvPr>
            <p:ph type="dt" idx="10"/>
          </p:nvPr>
        </p:nvSpPr>
        <p:spPr>
          <a:xfrm rot="5400000">
            <a:off x="15682219" y="1526541"/>
            <a:ext cx="3017100" cy="7680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4"/>
          <p:cNvSpPr txBox="1">
            <a:spLocks noGrp="1"/>
          </p:cNvSpPr>
          <p:nvPr>
            <p:ph type="ftr" idx="11"/>
          </p:nvPr>
        </p:nvSpPr>
        <p:spPr>
          <a:xfrm rot="5400000">
            <a:off x="14780833" y="5513643"/>
            <a:ext cx="4800000" cy="731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14"/>
          <p:cNvSpPr txBox="1">
            <a:spLocks noGrp="1"/>
          </p:cNvSpPr>
          <p:nvPr>
            <p:ph type="sldNum" idx="12"/>
          </p:nvPr>
        </p:nvSpPr>
        <p:spPr>
          <a:xfrm>
            <a:off x="16258031" y="8599748"/>
            <a:ext cx="1219200" cy="781800"/>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1pPr>
            <a:lvl2pPr marL="0" marR="0" lvl="1"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2pPr>
            <a:lvl3pPr marL="0" marR="0" lvl="2"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3pPr>
            <a:lvl4pPr marL="0" marR="0" lvl="3"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4pPr>
            <a:lvl5pPr marL="0" marR="0" lvl="4"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5pPr>
            <a:lvl6pPr marL="0" marR="0" lvl="5"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6pPr>
            <a:lvl7pPr marL="0" marR="0" lvl="6"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7pPr>
            <a:lvl8pPr marL="0" marR="0" lvl="7"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8pPr>
            <a:lvl9pPr marL="0" marR="0" lvl="8"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9pPr>
          </a:lstStyle>
          <a:p>
            <a:pPr marL="0" lvl="0" indent="0" algn="ctr" rtl="0">
              <a:spcBef>
                <a:spcPts val="0"/>
              </a:spcBef>
              <a:spcAft>
                <a:spcPts val="0"/>
              </a:spcAft>
              <a:buNone/>
            </a:pPr>
            <a:fld id="{00000000-1234-1234-1234-123412341234}" type="slidenum">
              <a:rPr lang="es-CL"/>
              <a:t>‹Nº›</a:t>
            </a:fld>
            <a:endParaRPr/>
          </a:p>
        </p:txBody>
      </p:sp>
      <p:sp>
        <p:nvSpPr>
          <p:cNvPr id="82" name="Google Shape;82;p14"/>
          <p:cNvSpPr txBox="1">
            <a:spLocks noGrp="1"/>
          </p:cNvSpPr>
          <p:nvPr>
            <p:ph type="body" idx="1"/>
          </p:nvPr>
        </p:nvSpPr>
        <p:spPr>
          <a:xfrm>
            <a:off x="914400" y="3542753"/>
            <a:ext cx="7315200" cy="5828400"/>
          </a:xfrm>
          <a:prstGeom prst="rect">
            <a:avLst/>
          </a:prstGeom>
          <a:noFill/>
          <a:ln>
            <a:noFill/>
          </a:ln>
        </p:spPr>
        <p:txBody>
          <a:bodyPr spcFirstLastPara="1" wrap="square" lIns="91425" tIns="45700" rIns="91425" bIns="45700" anchor="t" anchorCtr="0">
            <a:noAutofit/>
          </a:bodyPr>
          <a:lstStyle>
            <a:lvl1pPr marL="457200" lvl="0" indent="-308610" algn="l">
              <a:lnSpc>
                <a:spcPct val="100000"/>
              </a:lnSpc>
              <a:spcBef>
                <a:spcPts val="900"/>
              </a:spcBef>
              <a:spcAft>
                <a:spcPts val="0"/>
              </a:spcAft>
              <a:buSzPts val="1260"/>
              <a:buChar char="?"/>
              <a:defRPr/>
            </a:lvl1pPr>
            <a:lvl2pPr marL="914400" lvl="1" indent="-320040" algn="l">
              <a:lnSpc>
                <a:spcPct val="100000"/>
              </a:lnSpc>
              <a:spcBef>
                <a:spcPts val="360"/>
              </a:spcBef>
              <a:spcAft>
                <a:spcPts val="0"/>
              </a:spcAft>
              <a:buSzPts val="1440"/>
              <a:buChar char="⚫"/>
              <a:defRPr/>
            </a:lvl2pPr>
            <a:lvl3pPr marL="1371600" lvl="2" indent="-297180" algn="l">
              <a:lnSpc>
                <a:spcPct val="100000"/>
              </a:lnSpc>
              <a:spcBef>
                <a:spcPts val="360"/>
              </a:spcBef>
              <a:spcAft>
                <a:spcPts val="0"/>
              </a:spcAft>
              <a:buSzPts val="1080"/>
              <a:buChar char="?"/>
              <a:defRPr/>
            </a:lvl3pPr>
            <a:lvl4pPr marL="1828800" lvl="3" indent="-297180" algn="l">
              <a:lnSpc>
                <a:spcPct val="100000"/>
              </a:lnSpc>
              <a:spcBef>
                <a:spcPts val="360"/>
              </a:spcBef>
              <a:spcAft>
                <a:spcPts val="0"/>
              </a:spcAft>
              <a:buSzPts val="1080"/>
              <a:buChar char="?"/>
              <a:defRPr/>
            </a:lvl4pPr>
            <a:lvl5pPr marL="2286000" lvl="4" indent="-306323" algn="l">
              <a:lnSpc>
                <a:spcPct val="100000"/>
              </a:lnSpc>
              <a:spcBef>
                <a:spcPts val="360"/>
              </a:spcBef>
              <a:spcAft>
                <a:spcPts val="0"/>
              </a:spcAft>
              <a:buSzPts val="1224"/>
              <a:buChar char="⚫"/>
              <a:defRPr/>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83" name="Google Shape;83;p14"/>
          <p:cNvSpPr txBox="1">
            <a:spLocks noGrp="1"/>
          </p:cNvSpPr>
          <p:nvPr>
            <p:ph type="body" idx="2"/>
          </p:nvPr>
        </p:nvSpPr>
        <p:spPr>
          <a:xfrm>
            <a:off x="8743950" y="3542753"/>
            <a:ext cx="7315200" cy="5828400"/>
          </a:xfrm>
          <a:prstGeom prst="rect">
            <a:avLst/>
          </a:prstGeom>
          <a:noFill/>
          <a:ln>
            <a:noFill/>
          </a:ln>
        </p:spPr>
        <p:txBody>
          <a:bodyPr spcFirstLastPara="1" wrap="square" lIns="91425" tIns="45700" rIns="91425" bIns="45700" anchor="t" anchorCtr="0">
            <a:noAutofit/>
          </a:bodyPr>
          <a:lstStyle>
            <a:lvl1pPr marL="457200" lvl="0" indent="-308610" algn="l">
              <a:lnSpc>
                <a:spcPct val="100000"/>
              </a:lnSpc>
              <a:spcBef>
                <a:spcPts val="900"/>
              </a:spcBef>
              <a:spcAft>
                <a:spcPts val="0"/>
              </a:spcAft>
              <a:buSzPts val="1260"/>
              <a:buChar char="?"/>
              <a:defRPr/>
            </a:lvl1pPr>
            <a:lvl2pPr marL="914400" lvl="1" indent="-320040" algn="l">
              <a:lnSpc>
                <a:spcPct val="100000"/>
              </a:lnSpc>
              <a:spcBef>
                <a:spcPts val="360"/>
              </a:spcBef>
              <a:spcAft>
                <a:spcPts val="0"/>
              </a:spcAft>
              <a:buSzPts val="1440"/>
              <a:buChar char="⚫"/>
              <a:defRPr/>
            </a:lvl2pPr>
            <a:lvl3pPr marL="1371600" lvl="2" indent="-297180" algn="l">
              <a:lnSpc>
                <a:spcPct val="100000"/>
              </a:lnSpc>
              <a:spcBef>
                <a:spcPts val="360"/>
              </a:spcBef>
              <a:spcAft>
                <a:spcPts val="0"/>
              </a:spcAft>
              <a:buSzPts val="1080"/>
              <a:buChar char="?"/>
              <a:defRPr/>
            </a:lvl3pPr>
            <a:lvl4pPr marL="1828800" lvl="3" indent="-297180" algn="l">
              <a:lnSpc>
                <a:spcPct val="100000"/>
              </a:lnSpc>
              <a:spcBef>
                <a:spcPts val="360"/>
              </a:spcBef>
              <a:spcAft>
                <a:spcPts val="0"/>
              </a:spcAft>
              <a:buSzPts val="1080"/>
              <a:buChar char="?"/>
              <a:defRPr/>
            </a:lvl4pPr>
            <a:lvl5pPr marL="2286000" lvl="4" indent="-306323" algn="l">
              <a:lnSpc>
                <a:spcPct val="100000"/>
              </a:lnSpc>
              <a:spcBef>
                <a:spcPts val="360"/>
              </a:spcBef>
              <a:spcAft>
                <a:spcPts val="0"/>
              </a:spcAft>
              <a:buSzPts val="1224"/>
              <a:buChar char="⚫"/>
              <a:defRPr/>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84" name="Google Shape;84;p14"/>
          <p:cNvSpPr>
            <a:spLocks noGrp="1"/>
          </p:cNvSpPr>
          <p:nvPr>
            <p:ph type="body" idx="3"/>
          </p:nvPr>
        </p:nvSpPr>
        <p:spPr>
          <a:xfrm>
            <a:off x="914400" y="2354217"/>
            <a:ext cx="7315200" cy="987300"/>
          </a:xfrm>
          <a:prstGeom prst="roundRect">
            <a:avLst>
              <a:gd name="adj" fmla="val 16667"/>
            </a:avLst>
          </a:prstGeom>
          <a:solidFill>
            <a:schemeClr val="accent1"/>
          </a:solidFill>
          <a:ln>
            <a:noFill/>
          </a:ln>
        </p:spPr>
        <p:txBody>
          <a:bodyPr spcFirstLastPara="1" wrap="square" lIns="91425" tIns="45700" rIns="91425" bIns="45700" anchor="ctr" anchorCtr="0">
            <a:noAutofit/>
          </a:bodyPr>
          <a:lstStyle>
            <a:lvl1pPr marL="457200" lvl="0" indent="-228600" algn="l">
              <a:lnSpc>
                <a:spcPct val="100000"/>
              </a:lnSpc>
              <a:spcBef>
                <a:spcPts val="900"/>
              </a:spcBef>
              <a:spcAft>
                <a:spcPts val="0"/>
              </a:spcAft>
              <a:buSzPts val="2100"/>
              <a:buFont typeface="Century Schoolbook"/>
              <a:buNone/>
              <a:defRPr sz="3000" b="1">
                <a:solidFill>
                  <a:srgbClr val="FFFFFF"/>
                </a:solidFill>
              </a:defRPr>
            </a:lvl1pPr>
            <a:lvl2pPr marL="914400" lvl="1" indent="-320040" algn="l">
              <a:lnSpc>
                <a:spcPct val="100000"/>
              </a:lnSpc>
              <a:spcBef>
                <a:spcPts val="360"/>
              </a:spcBef>
              <a:spcAft>
                <a:spcPts val="0"/>
              </a:spcAft>
              <a:buSzPts val="1440"/>
              <a:buChar char="⚫"/>
              <a:defRPr/>
            </a:lvl2pPr>
            <a:lvl3pPr marL="1371600" lvl="2" indent="-297180" algn="l">
              <a:lnSpc>
                <a:spcPct val="100000"/>
              </a:lnSpc>
              <a:spcBef>
                <a:spcPts val="360"/>
              </a:spcBef>
              <a:spcAft>
                <a:spcPts val="0"/>
              </a:spcAft>
              <a:buSzPts val="1080"/>
              <a:buChar char="?"/>
              <a:defRPr/>
            </a:lvl3pPr>
            <a:lvl4pPr marL="1828800" lvl="3" indent="-297180" algn="l">
              <a:lnSpc>
                <a:spcPct val="100000"/>
              </a:lnSpc>
              <a:spcBef>
                <a:spcPts val="360"/>
              </a:spcBef>
              <a:spcAft>
                <a:spcPts val="0"/>
              </a:spcAft>
              <a:buSzPts val="1080"/>
              <a:buChar char="?"/>
              <a:defRPr/>
            </a:lvl4pPr>
            <a:lvl5pPr marL="2286000" lvl="4" indent="-306323" algn="l">
              <a:lnSpc>
                <a:spcPct val="100000"/>
              </a:lnSpc>
              <a:spcBef>
                <a:spcPts val="360"/>
              </a:spcBef>
              <a:spcAft>
                <a:spcPts val="0"/>
              </a:spcAft>
              <a:buSzPts val="1224"/>
              <a:buChar char="⚫"/>
              <a:defRPr/>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85" name="Google Shape;85;p14"/>
          <p:cNvSpPr>
            <a:spLocks noGrp="1"/>
          </p:cNvSpPr>
          <p:nvPr>
            <p:ph type="body" idx="4"/>
          </p:nvPr>
        </p:nvSpPr>
        <p:spPr>
          <a:xfrm>
            <a:off x="8686800" y="2354217"/>
            <a:ext cx="7315200" cy="987300"/>
          </a:xfrm>
          <a:prstGeom prst="roundRect">
            <a:avLst>
              <a:gd name="adj" fmla="val 16667"/>
            </a:avLst>
          </a:prstGeom>
          <a:solidFill>
            <a:schemeClr val="accent1"/>
          </a:solidFill>
          <a:ln>
            <a:noFill/>
          </a:ln>
        </p:spPr>
        <p:txBody>
          <a:bodyPr spcFirstLastPara="1" wrap="square" lIns="91425" tIns="45700" rIns="91425" bIns="45700" anchor="ctr" anchorCtr="0">
            <a:noAutofit/>
          </a:bodyPr>
          <a:lstStyle>
            <a:lvl1pPr marL="457200" lvl="0" indent="-228600" algn="l">
              <a:lnSpc>
                <a:spcPct val="100000"/>
              </a:lnSpc>
              <a:spcBef>
                <a:spcPts val="900"/>
              </a:spcBef>
              <a:spcAft>
                <a:spcPts val="0"/>
              </a:spcAft>
              <a:buSzPts val="2100"/>
              <a:buFont typeface="Century Schoolbook"/>
              <a:buNone/>
              <a:defRPr sz="3000" b="1">
                <a:solidFill>
                  <a:srgbClr val="FFFFFF"/>
                </a:solidFill>
              </a:defRPr>
            </a:lvl1pPr>
            <a:lvl2pPr marL="914400" lvl="1" indent="-320040" algn="l">
              <a:lnSpc>
                <a:spcPct val="100000"/>
              </a:lnSpc>
              <a:spcBef>
                <a:spcPts val="360"/>
              </a:spcBef>
              <a:spcAft>
                <a:spcPts val="0"/>
              </a:spcAft>
              <a:buSzPts val="1440"/>
              <a:buChar char="⚫"/>
              <a:defRPr/>
            </a:lvl2pPr>
            <a:lvl3pPr marL="1371600" lvl="2" indent="-297180" algn="l">
              <a:lnSpc>
                <a:spcPct val="100000"/>
              </a:lnSpc>
              <a:spcBef>
                <a:spcPts val="360"/>
              </a:spcBef>
              <a:spcAft>
                <a:spcPts val="0"/>
              </a:spcAft>
              <a:buSzPts val="1080"/>
              <a:buChar char="?"/>
              <a:defRPr/>
            </a:lvl3pPr>
            <a:lvl4pPr marL="1828800" lvl="3" indent="-297180" algn="l">
              <a:lnSpc>
                <a:spcPct val="100000"/>
              </a:lnSpc>
              <a:spcBef>
                <a:spcPts val="360"/>
              </a:spcBef>
              <a:spcAft>
                <a:spcPts val="0"/>
              </a:spcAft>
              <a:buSzPts val="1080"/>
              <a:buChar char="?"/>
              <a:defRPr/>
            </a:lvl4pPr>
            <a:lvl5pPr marL="2286000" lvl="4" indent="-306323" algn="l">
              <a:lnSpc>
                <a:spcPct val="100000"/>
              </a:lnSpc>
              <a:spcBef>
                <a:spcPts val="360"/>
              </a:spcBef>
              <a:spcAft>
                <a:spcPts val="0"/>
              </a:spcAft>
              <a:buSzPts val="1224"/>
              <a:buChar char="⚫"/>
              <a:defRPr/>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pic>
        <p:nvPicPr>
          <p:cNvPr id="86" name="Google Shape;86;p14" descr="UDLA-Universidad de Las Américas"/>
          <p:cNvPicPr preferRelativeResize="0"/>
          <p:nvPr/>
        </p:nvPicPr>
        <p:blipFill rotWithShape="1">
          <a:blip r:embed="rId2">
            <a:alphaModFix/>
          </a:blip>
          <a:srcRect/>
          <a:stretch/>
        </p:blipFill>
        <p:spPr>
          <a:xfrm>
            <a:off x="575048" y="394381"/>
            <a:ext cx="2664296" cy="70561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ólo el título" type="titleOnly">
  <p:cSld name="TITLE_ONLY">
    <p:spTree>
      <p:nvGrpSpPr>
        <p:cNvPr id="1" name="Shape 87"/>
        <p:cNvGrpSpPr/>
        <p:nvPr/>
      </p:nvGrpSpPr>
      <p:grpSpPr>
        <a:xfrm>
          <a:off x="0" y="0"/>
          <a:ext cx="0" cy="0"/>
          <a:chOff x="0" y="0"/>
          <a:chExt cx="0" cy="0"/>
        </a:xfrm>
      </p:grpSpPr>
      <p:sp>
        <p:nvSpPr>
          <p:cNvPr id="88" name="Google Shape;88;p15"/>
          <p:cNvSpPr txBox="1">
            <a:spLocks noGrp="1"/>
          </p:cNvSpPr>
          <p:nvPr>
            <p:ph type="title"/>
          </p:nvPr>
        </p:nvSpPr>
        <p:spPr>
          <a:xfrm>
            <a:off x="863080" y="1099992"/>
            <a:ext cx="14935201" cy="10506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5"/>
          <p:cNvSpPr txBox="1">
            <a:spLocks noGrp="1"/>
          </p:cNvSpPr>
          <p:nvPr>
            <p:ph type="dt" idx="10"/>
          </p:nvPr>
        </p:nvSpPr>
        <p:spPr>
          <a:xfrm rot="5400000">
            <a:off x="15682219" y="1526541"/>
            <a:ext cx="3017100" cy="7680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0" name="Google Shape;90;p15"/>
          <p:cNvSpPr txBox="1">
            <a:spLocks noGrp="1"/>
          </p:cNvSpPr>
          <p:nvPr>
            <p:ph type="sldNum" idx="12"/>
          </p:nvPr>
        </p:nvSpPr>
        <p:spPr>
          <a:xfrm>
            <a:off x="16258031" y="8599748"/>
            <a:ext cx="1219200" cy="781800"/>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1pPr>
            <a:lvl2pPr marL="0" marR="0" lvl="1"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2pPr>
            <a:lvl3pPr marL="0" marR="0" lvl="2"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3pPr>
            <a:lvl4pPr marL="0" marR="0" lvl="3"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4pPr>
            <a:lvl5pPr marL="0" marR="0" lvl="4"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5pPr>
            <a:lvl6pPr marL="0" marR="0" lvl="5"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6pPr>
            <a:lvl7pPr marL="0" marR="0" lvl="6"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7pPr>
            <a:lvl8pPr marL="0" marR="0" lvl="7"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8pPr>
            <a:lvl9pPr marL="0" marR="0" lvl="8"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9pPr>
          </a:lstStyle>
          <a:p>
            <a:pPr marL="0" lvl="0" indent="0" algn="ctr" rtl="0">
              <a:spcBef>
                <a:spcPts val="0"/>
              </a:spcBef>
              <a:spcAft>
                <a:spcPts val="0"/>
              </a:spcAft>
              <a:buNone/>
            </a:pPr>
            <a:fld id="{00000000-1234-1234-1234-123412341234}" type="slidenum">
              <a:rPr lang="es-CL"/>
              <a:t>‹Nº›</a:t>
            </a:fld>
            <a:endParaRPr/>
          </a:p>
        </p:txBody>
      </p:sp>
      <p:sp>
        <p:nvSpPr>
          <p:cNvPr id="91" name="Google Shape;91;p15"/>
          <p:cNvSpPr txBox="1">
            <a:spLocks noGrp="1"/>
          </p:cNvSpPr>
          <p:nvPr>
            <p:ph type="ftr" idx="11"/>
          </p:nvPr>
        </p:nvSpPr>
        <p:spPr>
          <a:xfrm rot="5400000">
            <a:off x="14780833" y="5513643"/>
            <a:ext cx="4800000" cy="731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92" name="Google Shape;92;p15" descr="UDLA-Universidad de Las Américas"/>
          <p:cNvPicPr preferRelativeResize="0"/>
          <p:nvPr/>
        </p:nvPicPr>
        <p:blipFill rotWithShape="1">
          <a:blip r:embed="rId2">
            <a:alphaModFix/>
          </a:blip>
          <a:srcRect/>
          <a:stretch/>
        </p:blipFill>
        <p:spPr>
          <a:xfrm>
            <a:off x="575048" y="394381"/>
            <a:ext cx="2664296" cy="705612"/>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93"/>
        <p:cNvGrpSpPr/>
        <p:nvPr/>
      </p:nvGrpSpPr>
      <p:grpSpPr>
        <a:xfrm>
          <a:off x="0" y="0"/>
          <a:ext cx="0" cy="0"/>
          <a:chOff x="0" y="0"/>
          <a:chExt cx="0" cy="0"/>
        </a:xfrm>
      </p:grpSpPr>
      <p:sp>
        <p:nvSpPr>
          <p:cNvPr id="94" name="Google Shape;94;p16"/>
          <p:cNvSpPr txBox="1">
            <a:spLocks noGrp="1"/>
          </p:cNvSpPr>
          <p:nvPr>
            <p:ph type="dt" idx="10"/>
          </p:nvPr>
        </p:nvSpPr>
        <p:spPr>
          <a:xfrm rot="5400000">
            <a:off x="15682219" y="1526541"/>
            <a:ext cx="3017100" cy="7680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5" name="Google Shape;95;p16"/>
          <p:cNvSpPr txBox="1">
            <a:spLocks noGrp="1"/>
          </p:cNvSpPr>
          <p:nvPr>
            <p:ph type="ftr" idx="11"/>
          </p:nvPr>
        </p:nvSpPr>
        <p:spPr>
          <a:xfrm rot="5400000">
            <a:off x="14780833" y="5513643"/>
            <a:ext cx="4800000" cy="731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16"/>
          <p:cNvSpPr txBox="1">
            <a:spLocks noGrp="1"/>
          </p:cNvSpPr>
          <p:nvPr>
            <p:ph type="sldNum" idx="12"/>
          </p:nvPr>
        </p:nvSpPr>
        <p:spPr>
          <a:xfrm>
            <a:off x="16258031" y="8599090"/>
            <a:ext cx="1219200" cy="781800"/>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1pPr>
            <a:lvl2pPr marL="0" marR="0" lvl="1"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2pPr>
            <a:lvl3pPr marL="0" marR="0" lvl="2"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3pPr>
            <a:lvl4pPr marL="0" marR="0" lvl="3"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4pPr>
            <a:lvl5pPr marL="0" marR="0" lvl="4"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5pPr>
            <a:lvl6pPr marL="0" marR="0" lvl="5"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6pPr>
            <a:lvl7pPr marL="0" marR="0" lvl="6"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7pPr>
            <a:lvl8pPr marL="0" marR="0" lvl="7"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8pPr>
            <a:lvl9pPr marL="0" marR="0" lvl="8"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9pPr>
          </a:lstStyle>
          <a:p>
            <a:pPr marL="0" lvl="0" indent="0" algn="ctr" rtl="0">
              <a:spcBef>
                <a:spcPts val="0"/>
              </a:spcBef>
              <a:spcAft>
                <a:spcPts val="0"/>
              </a:spcAft>
              <a:buNone/>
            </a:pPr>
            <a:fld id="{00000000-1234-1234-1234-123412341234}" type="slidenum">
              <a:rPr lang="es-CL"/>
              <a:t>‹Nº›</a:t>
            </a:fld>
            <a:endParaRPr/>
          </a:p>
        </p:txBody>
      </p:sp>
      <p:pic>
        <p:nvPicPr>
          <p:cNvPr id="97" name="Google Shape;97;p16" descr="UDLA-Universidad de Las Américas"/>
          <p:cNvPicPr preferRelativeResize="0"/>
          <p:nvPr/>
        </p:nvPicPr>
        <p:blipFill rotWithShape="1">
          <a:blip r:embed="rId2">
            <a:alphaModFix/>
          </a:blip>
          <a:srcRect/>
          <a:stretch/>
        </p:blipFill>
        <p:spPr>
          <a:xfrm>
            <a:off x="575048" y="394381"/>
            <a:ext cx="2664296" cy="705612"/>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Contenido con título" type="objTx">
  <p:cSld name="OBJECT_WITH_CAPTION_TEXT">
    <p:bg>
      <p:bgPr>
        <a:solidFill>
          <a:schemeClr val="lt1"/>
        </a:solidFill>
        <a:effectLst/>
      </p:bgPr>
    </p:bg>
    <p:spTree>
      <p:nvGrpSpPr>
        <p:cNvPr id="1" name="Shape 98"/>
        <p:cNvGrpSpPr/>
        <p:nvPr/>
      </p:nvGrpSpPr>
      <p:grpSpPr>
        <a:xfrm>
          <a:off x="0" y="0"/>
          <a:ext cx="0" cy="0"/>
          <a:chOff x="0" y="0"/>
          <a:chExt cx="0" cy="0"/>
        </a:xfrm>
      </p:grpSpPr>
      <p:cxnSp>
        <p:nvCxnSpPr>
          <p:cNvPr id="99" name="Google Shape;99;p17"/>
          <p:cNvCxnSpPr/>
          <p:nvPr/>
        </p:nvCxnSpPr>
        <p:spPr>
          <a:xfrm>
            <a:off x="17526000" y="0"/>
            <a:ext cx="0" cy="10285500"/>
          </a:xfrm>
          <a:prstGeom prst="straightConnector1">
            <a:avLst/>
          </a:prstGeom>
          <a:noFill/>
          <a:ln w="38100" cap="flat" cmpd="sng">
            <a:solidFill>
              <a:srgbClr val="FEC2AC">
                <a:alpha val="91764"/>
              </a:srgbClr>
            </a:solidFill>
            <a:prstDash val="solid"/>
            <a:round/>
            <a:headEnd type="none" w="sm" len="sm"/>
            <a:tailEnd type="none" w="sm" len="sm"/>
          </a:ln>
        </p:spPr>
      </p:cxnSp>
      <p:sp>
        <p:nvSpPr>
          <p:cNvPr id="100" name="Google Shape;100;p17"/>
          <p:cNvSpPr txBox="1">
            <a:spLocks noGrp="1"/>
          </p:cNvSpPr>
          <p:nvPr>
            <p:ph type="title"/>
          </p:nvPr>
        </p:nvSpPr>
        <p:spPr>
          <a:xfrm rot="5400000">
            <a:off x="8321759" y="4685517"/>
            <a:ext cx="9462600" cy="9144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chemeClr val="dk2"/>
              </a:buClr>
              <a:buSzPts val="3000"/>
              <a:buFont typeface="Century Schoolbook"/>
              <a:buNone/>
              <a:defRPr sz="3000" b="1" cap="small"/>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1" name="Google Shape;101;p17"/>
          <p:cNvSpPr txBox="1">
            <a:spLocks noGrp="1"/>
          </p:cNvSpPr>
          <p:nvPr>
            <p:ph type="body" idx="1"/>
          </p:nvPr>
        </p:nvSpPr>
        <p:spPr>
          <a:xfrm>
            <a:off x="13624559" y="411416"/>
            <a:ext cx="3054000" cy="7474200"/>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600"/>
              </a:spcBef>
              <a:spcAft>
                <a:spcPts val="0"/>
              </a:spcAft>
              <a:buSzPts val="1260"/>
              <a:buNone/>
              <a:defRPr sz="1800"/>
            </a:lvl1pPr>
            <a:lvl2pPr marL="914400" lvl="1" indent="-228600" algn="l">
              <a:lnSpc>
                <a:spcPct val="100000"/>
              </a:lnSpc>
              <a:spcBef>
                <a:spcPts val="1500"/>
              </a:spcBef>
              <a:spcAft>
                <a:spcPts val="0"/>
              </a:spcAft>
              <a:buSzPts val="1440"/>
              <a:buNone/>
              <a:defRPr sz="1800"/>
            </a:lvl2pPr>
            <a:lvl3pPr marL="1371600" lvl="2" indent="-228600" algn="l">
              <a:lnSpc>
                <a:spcPct val="100000"/>
              </a:lnSpc>
              <a:spcBef>
                <a:spcPts val="300"/>
              </a:spcBef>
              <a:spcAft>
                <a:spcPts val="0"/>
              </a:spcAft>
              <a:buSzPts val="900"/>
              <a:buNone/>
              <a:defRPr sz="1500"/>
            </a:lvl3pPr>
            <a:lvl4pPr marL="1828800" lvl="3" indent="-228600" algn="l">
              <a:lnSpc>
                <a:spcPct val="100000"/>
              </a:lnSpc>
              <a:spcBef>
                <a:spcPts val="270"/>
              </a:spcBef>
              <a:spcAft>
                <a:spcPts val="0"/>
              </a:spcAft>
              <a:buSzPts val="810"/>
              <a:buNone/>
              <a:defRPr sz="1350"/>
            </a:lvl4pPr>
            <a:lvl5pPr marL="2286000" lvl="4" indent="-228600" algn="l">
              <a:lnSpc>
                <a:spcPct val="100000"/>
              </a:lnSpc>
              <a:spcBef>
                <a:spcPts val="270"/>
              </a:spcBef>
              <a:spcAft>
                <a:spcPts val="0"/>
              </a:spcAft>
              <a:buSzPts val="918"/>
              <a:buNone/>
              <a:defRPr sz="1350"/>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cxnSp>
        <p:nvCxnSpPr>
          <p:cNvPr id="102" name="Google Shape;102;p17"/>
          <p:cNvCxnSpPr/>
          <p:nvPr/>
        </p:nvCxnSpPr>
        <p:spPr>
          <a:xfrm>
            <a:off x="12496800" y="0"/>
            <a:ext cx="0" cy="10285500"/>
          </a:xfrm>
          <a:prstGeom prst="straightConnector1">
            <a:avLst/>
          </a:prstGeom>
          <a:noFill/>
          <a:ln w="38100" cap="flat" cmpd="sng">
            <a:solidFill>
              <a:srgbClr val="FEC2AC"/>
            </a:solidFill>
            <a:prstDash val="solid"/>
            <a:round/>
            <a:headEnd type="none" w="sm" len="sm"/>
            <a:tailEnd type="none" w="sm" len="sm"/>
          </a:ln>
        </p:spPr>
      </p:cxnSp>
      <p:cxnSp>
        <p:nvCxnSpPr>
          <p:cNvPr id="103" name="Google Shape;103;p17"/>
          <p:cNvCxnSpPr/>
          <p:nvPr/>
        </p:nvCxnSpPr>
        <p:spPr>
          <a:xfrm>
            <a:off x="12384592" y="0"/>
            <a:ext cx="0" cy="10285500"/>
          </a:xfrm>
          <a:prstGeom prst="straightConnector1">
            <a:avLst/>
          </a:prstGeom>
          <a:noFill/>
          <a:ln w="12700" cap="flat" cmpd="sng">
            <a:solidFill>
              <a:schemeClr val="accent1"/>
            </a:solidFill>
            <a:prstDash val="solid"/>
            <a:round/>
            <a:headEnd type="none" w="sm" len="sm"/>
            <a:tailEnd type="none" w="sm" len="sm"/>
          </a:ln>
        </p:spPr>
      </p:cxnSp>
      <p:cxnSp>
        <p:nvCxnSpPr>
          <p:cNvPr id="104" name="Google Shape;104;p17"/>
          <p:cNvCxnSpPr/>
          <p:nvPr/>
        </p:nvCxnSpPr>
        <p:spPr>
          <a:xfrm>
            <a:off x="17983200" y="0"/>
            <a:ext cx="0" cy="10285500"/>
          </a:xfrm>
          <a:prstGeom prst="straightConnector1">
            <a:avLst/>
          </a:prstGeom>
          <a:noFill/>
          <a:ln w="19050" cap="flat" cmpd="sng">
            <a:solidFill>
              <a:schemeClr val="accent1"/>
            </a:solidFill>
            <a:prstDash val="solid"/>
            <a:round/>
            <a:headEnd type="none" w="sm" len="sm"/>
            <a:tailEnd type="none" w="sm" len="sm"/>
          </a:ln>
        </p:spPr>
      </p:cxnSp>
      <p:sp>
        <p:nvSpPr>
          <p:cNvPr id="105" name="Google Shape;105;p17"/>
          <p:cNvSpPr/>
          <p:nvPr/>
        </p:nvSpPr>
        <p:spPr>
          <a:xfrm>
            <a:off x="17678400" y="0"/>
            <a:ext cx="609600" cy="10285500"/>
          </a:xfrm>
          <a:prstGeom prst="rect">
            <a:avLst/>
          </a:prstGeom>
          <a:solidFill>
            <a:srgbClr val="FEC2AC">
              <a:alpha val="8588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cxnSp>
        <p:nvCxnSpPr>
          <p:cNvPr id="106" name="Google Shape;106;p17"/>
          <p:cNvCxnSpPr/>
          <p:nvPr/>
        </p:nvCxnSpPr>
        <p:spPr>
          <a:xfrm>
            <a:off x="17830800" y="0"/>
            <a:ext cx="0" cy="10285500"/>
          </a:xfrm>
          <a:prstGeom prst="straightConnector1">
            <a:avLst/>
          </a:prstGeom>
          <a:noFill/>
          <a:ln w="9525" cap="flat" cmpd="sng">
            <a:solidFill>
              <a:schemeClr val="accent1"/>
            </a:solidFill>
            <a:prstDash val="solid"/>
            <a:round/>
            <a:headEnd type="none" w="sm" len="sm"/>
            <a:tailEnd type="none" w="sm" len="sm"/>
          </a:ln>
        </p:spPr>
      </p:cxnSp>
      <p:sp>
        <p:nvSpPr>
          <p:cNvPr id="107" name="Google Shape;107;p17"/>
          <p:cNvSpPr/>
          <p:nvPr/>
        </p:nvSpPr>
        <p:spPr>
          <a:xfrm>
            <a:off x="16312895" y="8571178"/>
            <a:ext cx="1097400" cy="8229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108" name="Google Shape;108;p17"/>
          <p:cNvSpPr txBox="1">
            <a:spLocks noGrp="1"/>
          </p:cNvSpPr>
          <p:nvPr>
            <p:ph type="body" idx="2"/>
          </p:nvPr>
        </p:nvSpPr>
        <p:spPr>
          <a:xfrm>
            <a:off x="609600" y="411416"/>
            <a:ext cx="11277600" cy="9489900"/>
          </a:xfrm>
          <a:prstGeom prst="rect">
            <a:avLst/>
          </a:prstGeom>
          <a:noFill/>
          <a:ln>
            <a:noFill/>
          </a:ln>
        </p:spPr>
        <p:txBody>
          <a:bodyPr spcFirstLastPara="1" wrap="square" lIns="91425" tIns="45700" rIns="91425" bIns="45700" anchor="t" anchorCtr="0">
            <a:noAutofit/>
          </a:bodyPr>
          <a:lstStyle>
            <a:lvl1pPr marL="457200" lvl="0" indent="-308610" algn="l">
              <a:lnSpc>
                <a:spcPct val="100000"/>
              </a:lnSpc>
              <a:spcBef>
                <a:spcPts val="900"/>
              </a:spcBef>
              <a:spcAft>
                <a:spcPts val="0"/>
              </a:spcAft>
              <a:buSzPts val="1260"/>
              <a:buChar char="?"/>
              <a:defRPr/>
            </a:lvl1pPr>
            <a:lvl2pPr marL="914400" lvl="1" indent="-320040" algn="l">
              <a:lnSpc>
                <a:spcPct val="100000"/>
              </a:lnSpc>
              <a:spcBef>
                <a:spcPts val="360"/>
              </a:spcBef>
              <a:spcAft>
                <a:spcPts val="0"/>
              </a:spcAft>
              <a:buSzPts val="1440"/>
              <a:buChar char="⚫"/>
              <a:defRPr/>
            </a:lvl2pPr>
            <a:lvl3pPr marL="1371600" lvl="2" indent="-297180" algn="l">
              <a:lnSpc>
                <a:spcPct val="100000"/>
              </a:lnSpc>
              <a:spcBef>
                <a:spcPts val="360"/>
              </a:spcBef>
              <a:spcAft>
                <a:spcPts val="0"/>
              </a:spcAft>
              <a:buSzPts val="1080"/>
              <a:buChar char="?"/>
              <a:defRPr/>
            </a:lvl3pPr>
            <a:lvl4pPr marL="1828800" lvl="3" indent="-297180" algn="l">
              <a:lnSpc>
                <a:spcPct val="100000"/>
              </a:lnSpc>
              <a:spcBef>
                <a:spcPts val="360"/>
              </a:spcBef>
              <a:spcAft>
                <a:spcPts val="0"/>
              </a:spcAft>
              <a:buSzPts val="1080"/>
              <a:buChar char="?"/>
              <a:defRPr/>
            </a:lvl4pPr>
            <a:lvl5pPr marL="2286000" lvl="4" indent="-306323" algn="l">
              <a:lnSpc>
                <a:spcPct val="100000"/>
              </a:lnSpc>
              <a:spcBef>
                <a:spcPts val="360"/>
              </a:spcBef>
              <a:spcAft>
                <a:spcPts val="0"/>
              </a:spcAft>
              <a:buSzPts val="1224"/>
              <a:buChar char="⚫"/>
              <a:defRPr/>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109" name="Google Shape;109;p17"/>
          <p:cNvSpPr txBox="1">
            <a:spLocks noGrp="1"/>
          </p:cNvSpPr>
          <p:nvPr>
            <p:ph type="dt" idx="10"/>
          </p:nvPr>
        </p:nvSpPr>
        <p:spPr>
          <a:xfrm rot="5400000">
            <a:off x="15682219" y="1526541"/>
            <a:ext cx="3017100" cy="7680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0" name="Google Shape;110;p17"/>
          <p:cNvSpPr txBox="1">
            <a:spLocks noGrp="1"/>
          </p:cNvSpPr>
          <p:nvPr>
            <p:ph type="sldNum" idx="12"/>
          </p:nvPr>
        </p:nvSpPr>
        <p:spPr>
          <a:xfrm>
            <a:off x="16258031" y="8599748"/>
            <a:ext cx="1219200" cy="781800"/>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1pPr>
            <a:lvl2pPr marL="0" marR="0" lvl="1"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2pPr>
            <a:lvl3pPr marL="0" marR="0" lvl="2"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3pPr>
            <a:lvl4pPr marL="0" marR="0" lvl="3"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4pPr>
            <a:lvl5pPr marL="0" marR="0" lvl="4"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5pPr>
            <a:lvl6pPr marL="0" marR="0" lvl="5"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6pPr>
            <a:lvl7pPr marL="0" marR="0" lvl="6"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7pPr>
            <a:lvl8pPr marL="0" marR="0" lvl="7"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8pPr>
            <a:lvl9pPr marL="0" marR="0" lvl="8"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9pPr>
          </a:lstStyle>
          <a:p>
            <a:pPr marL="0" lvl="0" indent="0" algn="ctr" rtl="0">
              <a:spcBef>
                <a:spcPts val="0"/>
              </a:spcBef>
              <a:spcAft>
                <a:spcPts val="0"/>
              </a:spcAft>
              <a:buNone/>
            </a:pPr>
            <a:fld id="{00000000-1234-1234-1234-123412341234}" type="slidenum">
              <a:rPr lang="es-CL"/>
              <a:t>‹Nº›</a:t>
            </a:fld>
            <a:endParaRPr/>
          </a:p>
        </p:txBody>
      </p:sp>
      <p:sp>
        <p:nvSpPr>
          <p:cNvPr id="111" name="Google Shape;111;p17"/>
          <p:cNvSpPr txBox="1">
            <a:spLocks noGrp="1"/>
          </p:cNvSpPr>
          <p:nvPr>
            <p:ph type="ftr" idx="11"/>
          </p:nvPr>
        </p:nvSpPr>
        <p:spPr>
          <a:xfrm rot="5400000">
            <a:off x="14780833" y="5513643"/>
            <a:ext cx="4800000" cy="731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Imagen con título" type="picTx">
  <p:cSld name="PICTURE_WITH_CAPTION_TEXT">
    <p:spTree>
      <p:nvGrpSpPr>
        <p:cNvPr id="1" name="Shape 112"/>
        <p:cNvGrpSpPr/>
        <p:nvPr/>
      </p:nvGrpSpPr>
      <p:grpSpPr>
        <a:xfrm>
          <a:off x="0" y="0"/>
          <a:ext cx="0" cy="0"/>
          <a:chOff x="0" y="0"/>
          <a:chExt cx="0" cy="0"/>
        </a:xfrm>
      </p:grpSpPr>
      <p:cxnSp>
        <p:nvCxnSpPr>
          <p:cNvPr id="113" name="Google Shape;113;p18"/>
          <p:cNvCxnSpPr/>
          <p:nvPr/>
        </p:nvCxnSpPr>
        <p:spPr>
          <a:xfrm>
            <a:off x="17526000" y="0"/>
            <a:ext cx="0" cy="10285500"/>
          </a:xfrm>
          <a:prstGeom prst="straightConnector1">
            <a:avLst/>
          </a:prstGeom>
          <a:noFill/>
          <a:ln w="38100" cap="flat" cmpd="sng">
            <a:solidFill>
              <a:srgbClr val="FEC2AC"/>
            </a:solidFill>
            <a:prstDash val="solid"/>
            <a:round/>
            <a:headEnd type="none" w="sm" len="sm"/>
            <a:tailEnd type="none" w="sm" len="sm"/>
          </a:ln>
        </p:spPr>
      </p:cxnSp>
      <p:sp>
        <p:nvSpPr>
          <p:cNvPr id="114" name="Google Shape;114;p18"/>
          <p:cNvSpPr/>
          <p:nvPr/>
        </p:nvSpPr>
        <p:spPr>
          <a:xfrm>
            <a:off x="16312895" y="8571178"/>
            <a:ext cx="1097400" cy="8229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115" name="Google Shape;115;p18"/>
          <p:cNvSpPr txBox="1">
            <a:spLocks noGrp="1"/>
          </p:cNvSpPr>
          <p:nvPr>
            <p:ph type="title"/>
          </p:nvPr>
        </p:nvSpPr>
        <p:spPr>
          <a:xfrm rot="5400000">
            <a:off x="8278326" y="4685517"/>
            <a:ext cx="9462600" cy="9144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chemeClr val="dk2"/>
              </a:buClr>
              <a:buSzPts val="3000"/>
              <a:buFont typeface="Century Schoolbook"/>
              <a:buNone/>
              <a:defRPr sz="3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8"/>
          <p:cNvSpPr>
            <a:spLocks noGrp="1"/>
          </p:cNvSpPr>
          <p:nvPr>
            <p:ph type="pic" idx="2"/>
          </p:nvPr>
        </p:nvSpPr>
        <p:spPr>
          <a:xfrm>
            <a:off x="0" y="0"/>
            <a:ext cx="12344400" cy="10285500"/>
          </a:xfrm>
          <a:prstGeom prst="rect">
            <a:avLst/>
          </a:prstGeom>
          <a:solidFill>
            <a:schemeClr val="lt2"/>
          </a:solidFill>
          <a:ln>
            <a:noFill/>
          </a:ln>
        </p:spPr>
        <p:txBody>
          <a:bodyPr spcFirstLastPara="1" wrap="square" lIns="91425" tIns="45700" rIns="91425" bIns="45700" anchor="t" anchorCtr="0">
            <a:noAutofit/>
          </a:bodyPr>
          <a:lstStyle>
            <a:lvl1pPr marR="0" lvl="0" algn="l" rtl="0">
              <a:lnSpc>
                <a:spcPct val="100000"/>
              </a:lnSpc>
              <a:spcBef>
                <a:spcPts val="900"/>
              </a:spcBef>
              <a:spcAft>
                <a:spcPts val="0"/>
              </a:spcAft>
              <a:buClr>
                <a:schemeClr val="accent1"/>
              </a:buClr>
              <a:buSzPts val="3359"/>
              <a:buFont typeface="Noto Sans Symbols"/>
              <a:buNone/>
              <a:defRPr sz="4799" b="0" i="0" u="none" strike="noStrike" cap="none">
                <a:solidFill>
                  <a:schemeClr val="dk1"/>
                </a:solidFill>
                <a:latin typeface="Century Schoolbook"/>
                <a:ea typeface="Century Schoolbook"/>
                <a:cs typeface="Century Schoolbook"/>
                <a:sym typeface="Century Schoolbook"/>
              </a:defRPr>
            </a:lvl1pPr>
            <a:lvl2pPr marR="0" lvl="1" algn="l" rtl="0">
              <a:lnSpc>
                <a:spcPct val="100000"/>
              </a:lnSpc>
              <a:spcBef>
                <a:spcPts val="630"/>
              </a:spcBef>
              <a:spcAft>
                <a:spcPts val="0"/>
              </a:spcAft>
              <a:buClr>
                <a:schemeClr val="accent1"/>
              </a:buClr>
              <a:buSzPts val="2520"/>
              <a:buFont typeface="Noto Sans Symbols"/>
              <a:buChar char="⚫"/>
              <a:defRPr sz="3150" b="0" i="0" u="none" strike="noStrike" cap="none">
                <a:solidFill>
                  <a:schemeClr val="dk1"/>
                </a:solidFill>
                <a:latin typeface="Century Schoolbook"/>
                <a:ea typeface="Century Schoolbook"/>
                <a:cs typeface="Century Schoolbook"/>
                <a:sym typeface="Century Schoolbook"/>
              </a:defRPr>
            </a:lvl2pPr>
            <a:lvl3pPr marR="0" lvl="2" algn="l" rtl="0">
              <a:lnSpc>
                <a:spcPct val="100000"/>
              </a:lnSpc>
              <a:spcBef>
                <a:spcPts val="540"/>
              </a:spcBef>
              <a:spcAft>
                <a:spcPts val="0"/>
              </a:spcAft>
              <a:buClr>
                <a:srgbClr val="DE7530"/>
              </a:buClr>
              <a:buSzPts val="1620"/>
              <a:buFont typeface="Noto Sans Symbols"/>
              <a:buChar char="🞆"/>
              <a:defRPr sz="2700" b="0" i="0" u="none" strike="noStrike" cap="none">
                <a:solidFill>
                  <a:schemeClr val="dk1"/>
                </a:solidFill>
                <a:latin typeface="Century Schoolbook"/>
                <a:ea typeface="Century Schoolbook"/>
                <a:cs typeface="Century Schoolbook"/>
                <a:sym typeface="Century Schoolbook"/>
              </a:defRPr>
            </a:lvl3pPr>
            <a:lvl4pPr marR="0" lvl="3" algn="l" rtl="0">
              <a:lnSpc>
                <a:spcPct val="100000"/>
              </a:lnSpc>
              <a:spcBef>
                <a:spcPts val="540"/>
              </a:spcBef>
              <a:spcAft>
                <a:spcPts val="0"/>
              </a:spcAft>
              <a:buClr>
                <a:srgbClr val="FEC2AC"/>
              </a:buClr>
              <a:buSzPts val="1620"/>
              <a:buFont typeface="Noto Sans Symbols"/>
              <a:buChar char="🞆"/>
              <a:defRPr sz="2700" b="0" i="0" u="none" strike="noStrike" cap="none">
                <a:solidFill>
                  <a:schemeClr val="dk1"/>
                </a:solidFill>
                <a:latin typeface="Century Schoolbook"/>
                <a:ea typeface="Century Schoolbook"/>
                <a:cs typeface="Century Schoolbook"/>
                <a:sym typeface="Century Schoolbook"/>
              </a:defRPr>
            </a:lvl4pPr>
            <a:lvl5pPr marR="0" lvl="4" algn="l" rtl="0">
              <a:lnSpc>
                <a:spcPct val="100000"/>
              </a:lnSpc>
              <a:spcBef>
                <a:spcPts val="480"/>
              </a:spcBef>
              <a:spcAft>
                <a:spcPts val="0"/>
              </a:spcAft>
              <a:buClr>
                <a:srgbClr val="BBC9E9"/>
              </a:buClr>
              <a:buSzPts val="1632"/>
              <a:buFont typeface="Noto Sans Symbols"/>
              <a:buChar char="⚫"/>
              <a:defRPr sz="2400" b="0" i="0" u="none" strike="noStrike" cap="none">
                <a:solidFill>
                  <a:schemeClr val="dk1"/>
                </a:solidFill>
                <a:latin typeface="Century Schoolbook"/>
                <a:ea typeface="Century Schoolbook"/>
                <a:cs typeface="Century Schoolbook"/>
                <a:sym typeface="Century Schoolbook"/>
              </a:defRPr>
            </a:lvl5pPr>
            <a:lvl6pPr marR="0" lvl="5" algn="l" rtl="0">
              <a:lnSpc>
                <a:spcPct val="100000"/>
              </a:lnSpc>
              <a:spcBef>
                <a:spcPts val="480"/>
              </a:spcBef>
              <a:spcAft>
                <a:spcPts val="0"/>
              </a:spcAft>
              <a:buClr>
                <a:schemeClr val="accent1"/>
              </a:buClr>
              <a:buSzPts val="2400"/>
              <a:buFont typeface="Century Schoolbook"/>
              <a:buChar char="•"/>
              <a:defRPr sz="2400" b="0" i="0" u="none" strike="noStrike" cap="none">
                <a:solidFill>
                  <a:schemeClr val="dk2"/>
                </a:solidFill>
                <a:latin typeface="Century Schoolbook"/>
                <a:ea typeface="Century Schoolbook"/>
                <a:cs typeface="Century Schoolbook"/>
                <a:sym typeface="Century Schoolbook"/>
              </a:defRPr>
            </a:lvl6pPr>
            <a:lvl7pPr marR="0" lvl="6" algn="l" rtl="0">
              <a:lnSpc>
                <a:spcPct val="100000"/>
              </a:lnSpc>
              <a:spcBef>
                <a:spcPts val="420"/>
              </a:spcBef>
              <a:spcAft>
                <a:spcPts val="0"/>
              </a:spcAft>
              <a:buClr>
                <a:srgbClr val="FEC2AC"/>
              </a:buClr>
              <a:buSzPts val="1260"/>
              <a:buFont typeface="Noto Sans Symbols"/>
              <a:buChar char="⚪"/>
              <a:defRPr sz="2100" b="0" i="0" u="none" strike="noStrike" cap="none">
                <a:solidFill>
                  <a:schemeClr val="dk2"/>
                </a:solidFill>
                <a:latin typeface="Century Schoolbook"/>
                <a:ea typeface="Century Schoolbook"/>
                <a:cs typeface="Century Schoolbook"/>
                <a:sym typeface="Century Schoolbook"/>
              </a:defRPr>
            </a:lvl7pPr>
            <a:lvl8pPr marR="0" lvl="7" algn="l" rtl="0">
              <a:lnSpc>
                <a:spcPct val="100000"/>
              </a:lnSpc>
              <a:spcBef>
                <a:spcPts val="420"/>
              </a:spcBef>
              <a:spcAft>
                <a:spcPts val="0"/>
              </a:spcAft>
              <a:buClr>
                <a:schemeClr val="accent2"/>
              </a:buClr>
              <a:buSzPts val="2100"/>
              <a:buFont typeface="Century Schoolbook"/>
              <a:buChar char="•"/>
              <a:defRPr sz="2100" b="0" i="0" u="none" strike="noStrike" cap="small">
                <a:solidFill>
                  <a:schemeClr val="dk2"/>
                </a:solidFill>
                <a:latin typeface="Century Schoolbook"/>
                <a:ea typeface="Century Schoolbook"/>
                <a:cs typeface="Century Schoolbook"/>
                <a:sym typeface="Century Schoolbook"/>
              </a:defRPr>
            </a:lvl8pPr>
            <a:lvl9pPr marR="0" lvl="8" algn="l" rtl="0">
              <a:lnSpc>
                <a:spcPct val="100000"/>
              </a:lnSpc>
              <a:spcBef>
                <a:spcPts val="420"/>
              </a:spcBef>
              <a:spcAft>
                <a:spcPts val="0"/>
              </a:spcAft>
              <a:buClr>
                <a:srgbClr val="DE7530"/>
              </a:buClr>
              <a:buSzPts val="2100"/>
              <a:buFont typeface="Century Schoolbook"/>
              <a:buChar char="•"/>
              <a:defRPr sz="2100" b="0" i="0" u="none" strike="noStrike" cap="none">
                <a:solidFill>
                  <a:schemeClr val="dk2"/>
                </a:solidFill>
                <a:latin typeface="Century Schoolbook"/>
                <a:ea typeface="Century Schoolbook"/>
                <a:cs typeface="Century Schoolbook"/>
                <a:sym typeface="Century Schoolbook"/>
              </a:defRPr>
            </a:lvl9pPr>
          </a:lstStyle>
          <a:p>
            <a:endParaRPr/>
          </a:p>
        </p:txBody>
      </p:sp>
      <p:sp>
        <p:nvSpPr>
          <p:cNvPr id="117" name="Google Shape;117;p18"/>
          <p:cNvSpPr txBox="1">
            <a:spLocks noGrp="1"/>
          </p:cNvSpPr>
          <p:nvPr>
            <p:ph type="body" idx="1"/>
          </p:nvPr>
        </p:nvSpPr>
        <p:spPr>
          <a:xfrm>
            <a:off x="13531595" y="397131"/>
            <a:ext cx="3048000" cy="7432800"/>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150"/>
              </a:spcBef>
              <a:spcAft>
                <a:spcPts val="0"/>
              </a:spcAft>
              <a:buSzPts val="1260"/>
              <a:buFont typeface="Century Schoolbook"/>
              <a:buNone/>
              <a:defRPr sz="1800"/>
            </a:lvl1pPr>
            <a:lvl2pPr marL="914400" lvl="1" indent="-320040" algn="l">
              <a:lnSpc>
                <a:spcPct val="100000"/>
              </a:lnSpc>
              <a:spcBef>
                <a:spcPts val="600"/>
              </a:spcBef>
              <a:spcAft>
                <a:spcPts val="0"/>
              </a:spcAft>
              <a:buSzPts val="1440"/>
              <a:buChar char="⚫"/>
              <a:defRPr sz="1800"/>
            </a:lvl2pPr>
            <a:lvl3pPr marL="1371600" lvl="2" indent="-285750" algn="l">
              <a:lnSpc>
                <a:spcPct val="100000"/>
              </a:lnSpc>
              <a:spcBef>
                <a:spcPts val="300"/>
              </a:spcBef>
              <a:spcAft>
                <a:spcPts val="0"/>
              </a:spcAft>
              <a:buSzPts val="900"/>
              <a:buChar char="?"/>
              <a:defRPr sz="1500"/>
            </a:lvl3pPr>
            <a:lvl4pPr marL="1828800" lvl="3" indent="-280035" algn="l">
              <a:lnSpc>
                <a:spcPct val="100000"/>
              </a:lnSpc>
              <a:spcBef>
                <a:spcPts val="270"/>
              </a:spcBef>
              <a:spcAft>
                <a:spcPts val="0"/>
              </a:spcAft>
              <a:buSzPts val="810"/>
              <a:buChar char="?"/>
              <a:defRPr sz="1350"/>
            </a:lvl4pPr>
            <a:lvl5pPr marL="2286000" lvl="4" indent="-286892" algn="l">
              <a:lnSpc>
                <a:spcPct val="100000"/>
              </a:lnSpc>
              <a:spcBef>
                <a:spcPts val="270"/>
              </a:spcBef>
              <a:spcAft>
                <a:spcPts val="0"/>
              </a:spcAft>
              <a:buSzPts val="918"/>
              <a:buChar char="⚫"/>
              <a:defRPr sz="1350"/>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cxnSp>
        <p:nvCxnSpPr>
          <p:cNvPr id="118" name="Google Shape;118;p18"/>
          <p:cNvCxnSpPr/>
          <p:nvPr/>
        </p:nvCxnSpPr>
        <p:spPr>
          <a:xfrm>
            <a:off x="17983200" y="0"/>
            <a:ext cx="0" cy="10285500"/>
          </a:xfrm>
          <a:prstGeom prst="straightConnector1">
            <a:avLst/>
          </a:prstGeom>
          <a:noFill/>
          <a:ln w="9525" cap="flat" cmpd="sng">
            <a:solidFill>
              <a:schemeClr val="dk1"/>
            </a:solidFill>
            <a:prstDash val="solid"/>
            <a:round/>
            <a:headEnd type="none" w="sm" len="sm"/>
            <a:tailEnd type="none" w="sm" len="sm"/>
          </a:ln>
        </p:spPr>
      </p:cxnSp>
      <p:sp>
        <p:nvSpPr>
          <p:cNvPr id="119" name="Google Shape;119;p18"/>
          <p:cNvSpPr/>
          <p:nvPr/>
        </p:nvSpPr>
        <p:spPr>
          <a:xfrm>
            <a:off x="17678400" y="0"/>
            <a:ext cx="609600" cy="10285500"/>
          </a:xfrm>
          <a:prstGeom prst="rect">
            <a:avLst/>
          </a:prstGeom>
          <a:solidFill>
            <a:srgbClr val="FEC2A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cxnSp>
        <p:nvCxnSpPr>
          <p:cNvPr id="120" name="Google Shape;120;p18"/>
          <p:cNvCxnSpPr/>
          <p:nvPr/>
        </p:nvCxnSpPr>
        <p:spPr>
          <a:xfrm>
            <a:off x="17830800" y="0"/>
            <a:ext cx="0" cy="10285500"/>
          </a:xfrm>
          <a:prstGeom prst="straightConnector1">
            <a:avLst/>
          </a:prstGeom>
          <a:noFill/>
          <a:ln w="9525" cap="flat" cmpd="sng">
            <a:solidFill>
              <a:schemeClr val="accent1"/>
            </a:solidFill>
            <a:prstDash val="solid"/>
            <a:round/>
            <a:headEnd type="none" w="sm" len="sm"/>
            <a:tailEnd type="none" w="sm" len="sm"/>
          </a:ln>
        </p:spPr>
      </p:cxnSp>
      <p:cxnSp>
        <p:nvCxnSpPr>
          <p:cNvPr id="121" name="Google Shape;121;p18"/>
          <p:cNvCxnSpPr/>
          <p:nvPr/>
        </p:nvCxnSpPr>
        <p:spPr>
          <a:xfrm>
            <a:off x="12496800" y="0"/>
            <a:ext cx="0" cy="10285500"/>
          </a:xfrm>
          <a:prstGeom prst="straightConnector1">
            <a:avLst/>
          </a:prstGeom>
          <a:noFill/>
          <a:ln w="38100" cap="flat" cmpd="sng">
            <a:solidFill>
              <a:srgbClr val="FEC2AC"/>
            </a:solidFill>
            <a:prstDash val="solid"/>
            <a:round/>
            <a:headEnd type="none" w="sm" len="sm"/>
            <a:tailEnd type="none" w="sm" len="sm"/>
          </a:ln>
        </p:spPr>
      </p:cxnSp>
      <p:cxnSp>
        <p:nvCxnSpPr>
          <p:cNvPr id="122" name="Google Shape;122;p18"/>
          <p:cNvCxnSpPr/>
          <p:nvPr/>
        </p:nvCxnSpPr>
        <p:spPr>
          <a:xfrm>
            <a:off x="12384592" y="0"/>
            <a:ext cx="0" cy="10285500"/>
          </a:xfrm>
          <a:prstGeom prst="straightConnector1">
            <a:avLst/>
          </a:prstGeom>
          <a:noFill/>
          <a:ln w="12700" cap="flat" cmpd="sng">
            <a:solidFill>
              <a:schemeClr val="accent1"/>
            </a:solidFill>
            <a:prstDash val="solid"/>
            <a:round/>
            <a:headEnd type="none" w="sm" len="sm"/>
            <a:tailEnd type="none" w="sm" len="sm"/>
          </a:ln>
        </p:spPr>
      </p:cxnSp>
      <p:sp>
        <p:nvSpPr>
          <p:cNvPr id="123" name="Google Shape;123;p18"/>
          <p:cNvSpPr txBox="1">
            <a:spLocks noGrp="1"/>
          </p:cNvSpPr>
          <p:nvPr>
            <p:ph type="dt" idx="10"/>
          </p:nvPr>
        </p:nvSpPr>
        <p:spPr>
          <a:xfrm rot="5400000">
            <a:off x="15682219" y="1526541"/>
            <a:ext cx="3017100" cy="7680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4" name="Google Shape;124;p18"/>
          <p:cNvSpPr txBox="1">
            <a:spLocks noGrp="1"/>
          </p:cNvSpPr>
          <p:nvPr>
            <p:ph type="sldNum" idx="12"/>
          </p:nvPr>
        </p:nvSpPr>
        <p:spPr>
          <a:xfrm>
            <a:off x="16258031" y="8599748"/>
            <a:ext cx="1219200" cy="781800"/>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1pPr>
            <a:lvl2pPr marL="0" marR="0" lvl="1"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2pPr>
            <a:lvl3pPr marL="0" marR="0" lvl="2"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3pPr>
            <a:lvl4pPr marL="0" marR="0" lvl="3"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4pPr>
            <a:lvl5pPr marL="0" marR="0" lvl="4"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5pPr>
            <a:lvl6pPr marL="0" marR="0" lvl="5"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6pPr>
            <a:lvl7pPr marL="0" marR="0" lvl="6"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7pPr>
            <a:lvl8pPr marL="0" marR="0" lvl="7"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8pPr>
            <a:lvl9pPr marL="0" marR="0" lvl="8"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9pPr>
          </a:lstStyle>
          <a:p>
            <a:pPr marL="0" lvl="0" indent="0" algn="ctr" rtl="0">
              <a:spcBef>
                <a:spcPts val="0"/>
              </a:spcBef>
              <a:spcAft>
                <a:spcPts val="0"/>
              </a:spcAft>
              <a:buNone/>
            </a:pPr>
            <a:fld id="{00000000-1234-1234-1234-123412341234}" type="slidenum">
              <a:rPr lang="es-CL"/>
              <a:t>‹Nº›</a:t>
            </a:fld>
            <a:endParaRPr/>
          </a:p>
        </p:txBody>
      </p:sp>
      <p:sp>
        <p:nvSpPr>
          <p:cNvPr id="125" name="Google Shape;125;p18"/>
          <p:cNvSpPr txBox="1">
            <a:spLocks noGrp="1"/>
          </p:cNvSpPr>
          <p:nvPr>
            <p:ph type="ftr" idx="11"/>
          </p:nvPr>
        </p:nvSpPr>
        <p:spPr>
          <a:xfrm rot="5400000">
            <a:off x="14780833" y="5513643"/>
            <a:ext cx="4800000" cy="731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126"/>
        <p:cNvGrpSpPr/>
        <p:nvPr/>
      </p:nvGrpSpPr>
      <p:grpSpPr>
        <a:xfrm>
          <a:off x="0" y="0"/>
          <a:ext cx="0" cy="0"/>
          <a:chOff x="0" y="0"/>
          <a:chExt cx="0" cy="0"/>
        </a:xfrm>
      </p:grpSpPr>
      <p:sp>
        <p:nvSpPr>
          <p:cNvPr id="127" name="Google Shape;127;p19"/>
          <p:cNvSpPr txBox="1">
            <a:spLocks noGrp="1"/>
          </p:cNvSpPr>
          <p:nvPr>
            <p:ph type="title"/>
          </p:nvPr>
        </p:nvSpPr>
        <p:spPr>
          <a:xfrm>
            <a:off x="914400" y="1099993"/>
            <a:ext cx="14935201" cy="10260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9"/>
          <p:cNvSpPr txBox="1">
            <a:spLocks noGrp="1"/>
          </p:cNvSpPr>
          <p:nvPr>
            <p:ph type="body" idx="1"/>
          </p:nvPr>
        </p:nvSpPr>
        <p:spPr>
          <a:xfrm rot="5400000">
            <a:off x="4727250" y="-1412920"/>
            <a:ext cx="7309500" cy="14935201"/>
          </a:xfrm>
          <a:prstGeom prst="rect">
            <a:avLst/>
          </a:prstGeom>
          <a:noFill/>
          <a:ln>
            <a:noFill/>
          </a:ln>
        </p:spPr>
        <p:txBody>
          <a:bodyPr spcFirstLastPara="1" wrap="square" lIns="91425" tIns="45700" rIns="91425" bIns="45700" anchor="t" anchorCtr="0">
            <a:noAutofit/>
          </a:bodyPr>
          <a:lstStyle>
            <a:lvl1pPr marL="457200" lvl="0" indent="-308610" algn="l">
              <a:lnSpc>
                <a:spcPct val="100000"/>
              </a:lnSpc>
              <a:spcBef>
                <a:spcPts val="900"/>
              </a:spcBef>
              <a:spcAft>
                <a:spcPts val="0"/>
              </a:spcAft>
              <a:buSzPts val="1260"/>
              <a:buChar char="?"/>
              <a:defRPr/>
            </a:lvl1pPr>
            <a:lvl2pPr marL="914400" lvl="1" indent="-320040" algn="l">
              <a:lnSpc>
                <a:spcPct val="100000"/>
              </a:lnSpc>
              <a:spcBef>
                <a:spcPts val="360"/>
              </a:spcBef>
              <a:spcAft>
                <a:spcPts val="0"/>
              </a:spcAft>
              <a:buSzPts val="1440"/>
              <a:buChar char="⚫"/>
              <a:defRPr/>
            </a:lvl2pPr>
            <a:lvl3pPr marL="1371600" lvl="2" indent="-297180" algn="l">
              <a:lnSpc>
                <a:spcPct val="100000"/>
              </a:lnSpc>
              <a:spcBef>
                <a:spcPts val="360"/>
              </a:spcBef>
              <a:spcAft>
                <a:spcPts val="0"/>
              </a:spcAft>
              <a:buSzPts val="1080"/>
              <a:buChar char="?"/>
              <a:defRPr/>
            </a:lvl3pPr>
            <a:lvl4pPr marL="1828800" lvl="3" indent="-297180" algn="l">
              <a:lnSpc>
                <a:spcPct val="100000"/>
              </a:lnSpc>
              <a:spcBef>
                <a:spcPts val="360"/>
              </a:spcBef>
              <a:spcAft>
                <a:spcPts val="0"/>
              </a:spcAft>
              <a:buSzPts val="1080"/>
              <a:buChar char="?"/>
              <a:defRPr/>
            </a:lvl4pPr>
            <a:lvl5pPr marL="2286000" lvl="4" indent="-306323" algn="l">
              <a:lnSpc>
                <a:spcPct val="100000"/>
              </a:lnSpc>
              <a:spcBef>
                <a:spcPts val="360"/>
              </a:spcBef>
              <a:spcAft>
                <a:spcPts val="0"/>
              </a:spcAft>
              <a:buSzPts val="1224"/>
              <a:buChar char="⚫"/>
              <a:defRPr/>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129" name="Google Shape;129;p19"/>
          <p:cNvSpPr txBox="1">
            <a:spLocks noGrp="1"/>
          </p:cNvSpPr>
          <p:nvPr>
            <p:ph type="dt" idx="10"/>
          </p:nvPr>
        </p:nvSpPr>
        <p:spPr>
          <a:xfrm rot="5400000">
            <a:off x="15682219" y="1526541"/>
            <a:ext cx="3017100" cy="7680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0" name="Google Shape;130;p19"/>
          <p:cNvSpPr txBox="1">
            <a:spLocks noGrp="1"/>
          </p:cNvSpPr>
          <p:nvPr>
            <p:ph type="ftr" idx="11"/>
          </p:nvPr>
        </p:nvSpPr>
        <p:spPr>
          <a:xfrm rot="5400000">
            <a:off x="14780833" y="5513643"/>
            <a:ext cx="4800000" cy="731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1" name="Google Shape;131;p19"/>
          <p:cNvSpPr txBox="1">
            <a:spLocks noGrp="1"/>
          </p:cNvSpPr>
          <p:nvPr>
            <p:ph type="sldNum" idx="12"/>
          </p:nvPr>
        </p:nvSpPr>
        <p:spPr>
          <a:xfrm>
            <a:off x="16258031" y="8599748"/>
            <a:ext cx="1219200" cy="781800"/>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1pPr>
            <a:lvl2pPr marL="0" marR="0" lvl="1"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2pPr>
            <a:lvl3pPr marL="0" marR="0" lvl="2"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3pPr>
            <a:lvl4pPr marL="0" marR="0" lvl="3"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4pPr>
            <a:lvl5pPr marL="0" marR="0" lvl="4"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5pPr>
            <a:lvl6pPr marL="0" marR="0" lvl="5"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6pPr>
            <a:lvl7pPr marL="0" marR="0" lvl="6"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7pPr>
            <a:lvl8pPr marL="0" marR="0" lvl="7"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8pPr>
            <a:lvl9pPr marL="0" marR="0" lvl="8"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9pPr>
          </a:lstStyle>
          <a:p>
            <a:pPr marL="0" lvl="0" indent="0" algn="ctr" rtl="0">
              <a:spcBef>
                <a:spcPts val="0"/>
              </a:spcBef>
              <a:spcAft>
                <a:spcPts val="0"/>
              </a:spcAft>
              <a:buNone/>
            </a:pPr>
            <a:fld id="{00000000-1234-1234-1234-123412341234}" type="slidenum">
              <a:rPr lang="es-CL"/>
              <a:t>‹Nº›</a:t>
            </a:fld>
            <a:endParaRPr/>
          </a:p>
        </p:txBody>
      </p:sp>
      <p:pic>
        <p:nvPicPr>
          <p:cNvPr id="132" name="Google Shape;132;p19" descr="UDLA-Universidad de Las Américas"/>
          <p:cNvPicPr preferRelativeResize="0"/>
          <p:nvPr/>
        </p:nvPicPr>
        <p:blipFill rotWithShape="1">
          <a:blip r:embed="rId2">
            <a:alphaModFix/>
          </a:blip>
          <a:srcRect/>
          <a:stretch/>
        </p:blipFill>
        <p:spPr>
          <a:xfrm>
            <a:off x="575048" y="394381"/>
            <a:ext cx="2664296" cy="705612"/>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133"/>
        <p:cNvGrpSpPr/>
        <p:nvPr/>
      </p:nvGrpSpPr>
      <p:grpSpPr>
        <a:xfrm>
          <a:off x="0" y="0"/>
          <a:ext cx="0" cy="0"/>
          <a:chOff x="0" y="0"/>
          <a:chExt cx="0" cy="0"/>
        </a:xfrm>
      </p:grpSpPr>
      <p:sp>
        <p:nvSpPr>
          <p:cNvPr id="134" name="Google Shape;134;p20"/>
          <p:cNvSpPr txBox="1">
            <a:spLocks noGrp="1"/>
          </p:cNvSpPr>
          <p:nvPr>
            <p:ph type="title"/>
          </p:nvPr>
        </p:nvSpPr>
        <p:spPr>
          <a:xfrm rot="5400000">
            <a:off x="10547250" y="3123446"/>
            <a:ext cx="8775900" cy="33528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5" name="Google Shape;135;p20"/>
          <p:cNvSpPr txBox="1">
            <a:spLocks noGrp="1"/>
          </p:cNvSpPr>
          <p:nvPr>
            <p:ph type="body" idx="1"/>
          </p:nvPr>
        </p:nvSpPr>
        <p:spPr>
          <a:xfrm rot="5400000">
            <a:off x="2546250" y="-1219956"/>
            <a:ext cx="8775900" cy="12039599"/>
          </a:xfrm>
          <a:prstGeom prst="rect">
            <a:avLst/>
          </a:prstGeom>
          <a:noFill/>
          <a:ln>
            <a:noFill/>
          </a:ln>
        </p:spPr>
        <p:txBody>
          <a:bodyPr spcFirstLastPara="1" wrap="square" lIns="91425" tIns="45700" rIns="91425" bIns="45700" anchor="t" anchorCtr="0">
            <a:noAutofit/>
          </a:bodyPr>
          <a:lstStyle>
            <a:lvl1pPr marL="457200" lvl="0" indent="-308610" algn="l">
              <a:lnSpc>
                <a:spcPct val="100000"/>
              </a:lnSpc>
              <a:spcBef>
                <a:spcPts val="900"/>
              </a:spcBef>
              <a:spcAft>
                <a:spcPts val="0"/>
              </a:spcAft>
              <a:buSzPts val="1260"/>
              <a:buChar char="?"/>
              <a:defRPr/>
            </a:lvl1pPr>
            <a:lvl2pPr marL="914400" lvl="1" indent="-320040" algn="l">
              <a:lnSpc>
                <a:spcPct val="100000"/>
              </a:lnSpc>
              <a:spcBef>
                <a:spcPts val="360"/>
              </a:spcBef>
              <a:spcAft>
                <a:spcPts val="0"/>
              </a:spcAft>
              <a:buSzPts val="1440"/>
              <a:buChar char="⚫"/>
              <a:defRPr/>
            </a:lvl2pPr>
            <a:lvl3pPr marL="1371600" lvl="2" indent="-297180" algn="l">
              <a:lnSpc>
                <a:spcPct val="100000"/>
              </a:lnSpc>
              <a:spcBef>
                <a:spcPts val="360"/>
              </a:spcBef>
              <a:spcAft>
                <a:spcPts val="0"/>
              </a:spcAft>
              <a:buSzPts val="1080"/>
              <a:buChar char="?"/>
              <a:defRPr/>
            </a:lvl3pPr>
            <a:lvl4pPr marL="1828800" lvl="3" indent="-297180" algn="l">
              <a:lnSpc>
                <a:spcPct val="100000"/>
              </a:lnSpc>
              <a:spcBef>
                <a:spcPts val="360"/>
              </a:spcBef>
              <a:spcAft>
                <a:spcPts val="0"/>
              </a:spcAft>
              <a:buSzPts val="1080"/>
              <a:buChar char="?"/>
              <a:defRPr/>
            </a:lvl4pPr>
            <a:lvl5pPr marL="2286000" lvl="4" indent="-306323" algn="l">
              <a:lnSpc>
                <a:spcPct val="100000"/>
              </a:lnSpc>
              <a:spcBef>
                <a:spcPts val="360"/>
              </a:spcBef>
              <a:spcAft>
                <a:spcPts val="0"/>
              </a:spcAft>
              <a:buSzPts val="1224"/>
              <a:buChar char="⚫"/>
              <a:defRPr/>
            </a:lvl5pPr>
            <a:lvl6pPr marL="2743200" lvl="5" indent="-342900" algn="l">
              <a:lnSpc>
                <a:spcPct val="100000"/>
              </a:lnSpc>
              <a:spcBef>
                <a:spcPts val="360"/>
              </a:spcBef>
              <a:spcAft>
                <a:spcPts val="0"/>
              </a:spcAft>
              <a:buSzPts val="1800"/>
              <a:buChar char="•"/>
              <a:defRPr/>
            </a:lvl6pPr>
            <a:lvl7pPr marL="3200400" lvl="6" indent="-297179" algn="l">
              <a:lnSpc>
                <a:spcPct val="100000"/>
              </a:lnSpc>
              <a:spcBef>
                <a:spcPts val="360"/>
              </a:spcBef>
              <a:spcAft>
                <a:spcPts val="0"/>
              </a:spcAft>
              <a:buSzPts val="108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136" name="Google Shape;136;p20"/>
          <p:cNvSpPr txBox="1">
            <a:spLocks noGrp="1"/>
          </p:cNvSpPr>
          <p:nvPr>
            <p:ph type="dt" idx="10"/>
          </p:nvPr>
        </p:nvSpPr>
        <p:spPr>
          <a:xfrm rot="5400000">
            <a:off x="15682219" y="1526541"/>
            <a:ext cx="3017100" cy="7680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7" name="Google Shape;137;p20"/>
          <p:cNvSpPr txBox="1">
            <a:spLocks noGrp="1"/>
          </p:cNvSpPr>
          <p:nvPr>
            <p:ph type="ftr" idx="11"/>
          </p:nvPr>
        </p:nvSpPr>
        <p:spPr>
          <a:xfrm rot="5400000">
            <a:off x="14780833" y="5513643"/>
            <a:ext cx="4800000" cy="731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8" name="Google Shape;138;p20"/>
          <p:cNvSpPr txBox="1">
            <a:spLocks noGrp="1"/>
          </p:cNvSpPr>
          <p:nvPr>
            <p:ph type="sldNum" idx="12"/>
          </p:nvPr>
        </p:nvSpPr>
        <p:spPr>
          <a:xfrm>
            <a:off x="16258031" y="8599748"/>
            <a:ext cx="1219200" cy="781800"/>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1pPr>
            <a:lvl2pPr marL="0" marR="0" lvl="1"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2pPr>
            <a:lvl3pPr marL="0" marR="0" lvl="2"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3pPr>
            <a:lvl4pPr marL="0" marR="0" lvl="3"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4pPr>
            <a:lvl5pPr marL="0" marR="0" lvl="4"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5pPr>
            <a:lvl6pPr marL="0" marR="0" lvl="5"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6pPr>
            <a:lvl7pPr marL="0" marR="0" lvl="6"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7pPr>
            <a:lvl8pPr marL="0" marR="0" lvl="7"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8pPr>
            <a:lvl9pPr marL="0" marR="0" lvl="8" indent="0" algn="ctr">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9pPr>
          </a:lstStyle>
          <a:p>
            <a:pPr marL="0" lvl="0" indent="0" algn="ctr" rtl="0">
              <a:spcBef>
                <a:spcPts val="0"/>
              </a:spcBef>
              <a:spcAft>
                <a:spcPts val="0"/>
              </a:spcAft>
              <a:buNone/>
            </a:pPr>
            <a:fld id="{00000000-1234-1234-1234-123412341234}" type="slidenum">
              <a:rPr lang="es-CL"/>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cxnSp>
        <p:nvCxnSpPr>
          <p:cNvPr id="6" name="Google Shape;6;p9"/>
          <p:cNvCxnSpPr/>
          <p:nvPr/>
        </p:nvCxnSpPr>
        <p:spPr>
          <a:xfrm>
            <a:off x="17526000" y="0"/>
            <a:ext cx="0" cy="10285500"/>
          </a:xfrm>
          <a:prstGeom prst="straightConnector1">
            <a:avLst/>
          </a:prstGeom>
          <a:noFill/>
          <a:ln w="38100" cap="flat" cmpd="sng">
            <a:solidFill>
              <a:srgbClr val="FEC2AC">
                <a:alpha val="91764"/>
              </a:srgbClr>
            </a:solidFill>
            <a:prstDash val="solid"/>
            <a:round/>
            <a:headEnd type="none" w="sm" len="sm"/>
            <a:tailEnd type="none" w="sm" len="sm"/>
          </a:ln>
        </p:spPr>
      </p:cxnSp>
      <p:sp>
        <p:nvSpPr>
          <p:cNvPr id="7" name="Google Shape;7;p9"/>
          <p:cNvSpPr txBox="1">
            <a:spLocks noGrp="1"/>
          </p:cNvSpPr>
          <p:nvPr>
            <p:ph type="title"/>
          </p:nvPr>
        </p:nvSpPr>
        <p:spPr>
          <a:xfrm>
            <a:off x="914400" y="411893"/>
            <a:ext cx="14935201" cy="1714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chemeClr val="dk2"/>
              </a:buClr>
              <a:buSzPts val="4499"/>
              <a:buFont typeface="Century Schoolbook"/>
              <a:buNone/>
              <a:defRPr sz="4499" b="0" i="0" u="none" strike="noStrike" cap="small">
                <a:solidFill>
                  <a:schemeClr val="dk2"/>
                </a:solidFill>
                <a:latin typeface="Century Schoolbook"/>
                <a:ea typeface="Century Schoolbook"/>
                <a:cs typeface="Century Schoolbook"/>
                <a:sym typeface="Century Schoolbook"/>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 name="Google Shape;8;p9"/>
          <p:cNvSpPr txBox="1">
            <a:spLocks noGrp="1"/>
          </p:cNvSpPr>
          <p:nvPr>
            <p:ph type="body" idx="1"/>
          </p:nvPr>
        </p:nvSpPr>
        <p:spPr>
          <a:xfrm>
            <a:off x="914400" y="2399930"/>
            <a:ext cx="14935201" cy="7309500"/>
          </a:xfrm>
          <a:prstGeom prst="rect">
            <a:avLst/>
          </a:prstGeom>
          <a:noFill/>
          <a:ln>
            <a:noFill/>
          </a:ln>
        </p:spPr>
        <p:txBody>
          <a:bodyPr spcFirstLastPara="1" wrap="square" lIns="91425" tIns="45700" rIns="91425" bIns="45700" anchor="t" anchorCtr="0">
            <a:noAutofit/>
          </a:bodyPr>
          <a:lstStyle>
            <a:lvl1pPr marL="457200" marR="0" lvl="0" indent="-388620" algn="l" rtl="0">
              <a:lnSpc>
                <a:spcPct val="100000"/>
              </a:lnSpc>
              <a:spcBef>
                <a:spcPts val="900"/>
              </a:spcBef>
              <a:spcAft>
                <a:spcPts val="0"/>
              </a:spcAft>
              <a:buClr>
                <a:schemeClr val="accent1"/>
              </a:buClr>
              <a:buSzPts val="2520"/>
              <a:buFont typeface="Noto Sans Symbols"/>
              <a:buChar char="🞆"/>
              <a:defRPr sz="3600" b="0" i="0" u="none" strike="noStrike" cap="none">
                <a:solidFill>
                  <a:schemeClr val="dk1"/>
                </a:solidFill>
                <a:latin typeface="Century Schoolbook"/>
                <a:ea typeface="Century Schoolbook"/>
                <a:cs typeface="Century Schoolbook"/>
                <a:sym typeface="Century Schoolbook"/>
              </a:defRPr>
            </a:lvl1pPr>
            <a:lvl2pPr marL="914400" marR="0" lvl="1" indent="-388619" algn="l" rtl="0">
              <a:lnSpc>
                <a:spcPct val="100000"/>
              </a:lnSpc>
              <a:spcBef>
                <a:spcPts val="630"/>
              </a:spcBef>
              <a:spcAft>
                <a:spcPts val="0"/>
              </a:spcAft>
              <a:buClr>
                <a:schemeClr val="accent1"/>
              </a:buClr>
              <a:buSzPts val="2520"/>
              <a:buFont typeface="Noto Sans Symbols"/>
              <a:buChar char="⚫"/>
              <a:defRPr sz="3150" b="0" i="0" u="none" strike="noStrike" cap="none">
                <a:solidFill>
                  <a:schemeClr val="dk1"/>
                </a:solidFill>
                <a:latin typeface="Century Schoolbook"/>
                <a:ea typeface="Century Schoolbook"/>
                <a:cs typeface="Century Schoolbook"/>
                <a:sym typeface="Century Schoolbook"/>
              </a:defRPr>
            </a:lvl2pPr>
            <a:lvl3pPr marL="1371600" marR="0" lvl="2" indent="-331469" algn="l" rtl="0">
              <a:lnSpc>
                <a:spcPct val="100000"/>
              </a:lnSpc>
              <a:spcBef>
                <a:spcPts val="540"/>
              </a:spcBef>
              <a:spcAft>
                <a:spcPts val="0"/>
              </a:spcAft>
              <a:buClr>
                <a:srgbClr val="DE7530"/>
              </a:buClr>
              <a:buSzPts val="1620"/>
              <a:buFont typeface="Noto Sans Symbols"/>
              <a:buChar char="🞆"/>
              <a:defRPr sz="2700" b="0" i="0" u="none" strike="noStrike" cap="none">
                <a:solidFill>
                  <a:schemeClr val="dk1"/>
                </a:solidFill>
                <a:latin typeface="Century Schoolbook"/>
                <a:ea typeface="Century Schoolbook"/>
                <a:cs typeface="Century Schoolbook"/>
                <a:sym typeface="Century Schoolbook"/>
              </a:defRPr>
            </a:lvl3pPr>
            <a:lvl4pPr marL="1828800" marR="0" lvl="3" indent="-331469" algn="l" rtl="0">
              <a:lnSpc>
                <a:spcPct val="100000"/>
              </a:lnSpc>
              <a:spcBef>
                <a:spcPts val="540"/>
              </a:spcBef>
              <a:spcAft>
                <a:spcPts val="0"/>
              </a:spcAft>
              <a:buClr>
                <a:srgbClr val="FEC2AC"/>
              </a:buClr>
              <a:buSzPts val="1620"/>
              <a:buFont typeface="Noto Sans Symbols"/>
              <a:buChar char="🞆"/>
              <a:defRPr sz="2700" b="0" i="0" u="none" strike="noStrike" cap="none">
                <a:solidFill>
                  <a:schemeClr val="dk1"/>
                </a:solidFill>
                <a:latin typeface="Century Schoolbook"/>
                <a:ea typeface="Century Schoolbook"/>
                <a:cs typeface="Century Schoolbook"/>
                <a:sym typeface="Century Schoolbook"/>
              </a:defRPr>
            </a:lvl4pPr>
            <a:lvl5pPr marL="2286000" marR="0" lvl="4" indent="-332232" algn="l" rtl="0">
              <a:lnSpc>
                <a:spcPct val="100000"/>
              </a:lnSpc>
              <a:spcBef>
                <a:spcPts val="480"/>
              </a:spcBef>
              <a:spcAft>
                <a:spcPts val="0"/>
              </a:spcAft>
              <a:buClr>
                <a:srgbClr val="BBC9E9"/>
              </a:buClr>
              <a:buSzPts val="1632"/>
              <a:buFont typeface="Noto Sans Symbols"/>
              <a:buChar char="⚫"/>
              <a:defRPr sz="2400" b="0" i="0" u="none" strike="noStrike" cap="none">
                <a:solidFill>
                  <a:schemeClr val="dk1"/>
                </a:solidFill>
                <a:latin typeface="Century Schoolbook"/>
                <a:ea typeface="Century Schoolbook"/>
                <a:cs typeface="Century Schoolbook"/>
                <a:sym typeface="Century Schoolbook"/>
              </a:defRPr>
            </a:lvl5pPr>
            <a:lvl6pPr marL="2743200" marR="0" lvl="5" indent="-381000" algn="l" rtl="0">
              <a:lnSpc>
                <a:spcPct val="100000"/>
              </a:lnSpc>
              <a:spcBef>
                <a:spcPts val="480"/>
              </a:spcBef>
              <a:spcAft>
                <a:spcPts val="0"/>
              </a:spcAft>
              <a:buClr>
                <a:schemeClr val="accent1"/>
              </a:buClr>
              <a:buSzPts val="2400"/>
              <a:buFont typeface="Century Schoolbook"/>
              <a:buChar char="•"/>
              <a:defRPr sz="2400" b="0" i="0" u="none" strike="noStrike" cap="none">
                <a:solidFill>
                  <a:schemeClr val="dk2"/>
                </a:solidFill>
                <a:latin typeface="Century Schoolbook"/>
                <a:ea typeface="Century Schoolbook"/>
                <a:cs typeface="Century Schoolbook"/>
                <a:sym typeface="Century Schoolbook"/>
              </a:defRPr>
            </a:lvl6pPr>
            <a:lvl7pPr marL="3200400" marR="0" lvl="6" indent="-308610" algn="l" rtl="0">
              <a:lnSpc>
                <a:spcPct val="100000"/>
              </a:lnSpc>
              <a:spcBef>
                <a:spcPts val="420"/>
              </a:spcBef>
              <a:spcAft>
                <a:spcPts val="0"/>
              </a:spcAft>
              <a:buClr>
                <a:srgbClr val="FEC2AC"/>
              </a:buClr>
              <a:buSzPts val="1260"/>
              <a:buFont typeface="Noto Sans Symbols"/>
              <a:buChar char="⚪"/>
              <a:defRPr sz="2100" b="0" i="0" u="none" strike="noStrike" cap="none">
                <a:solidFill>
                  <a:schemeClr val="dk2"/>
                </a:solidFill>
                <a:latin typeface="Century Schoolbook"/>
                <a:ea typeface="Century Schoolbook"/>
                <a:cs typeface="Century Schoolbook"/>
                <a:sym typeface="Century Schoolbook"/>
              </a:defRPr>
            </a:lvl7pPr>
            <a:lvl8pPr marL="3657600" marR="0" lvl="7" indent="-361950" algn="l" rtl="0">
              <a:lnSpc>
                <a:spcPct val="100000"/>
              </a:lnSpc>
              <a:spcBef>
                <a:spcPts val="420"/>
              </a:spcBef>
              <a:spcAft>
                <a:spcPts val="0"/>
              </a:spcAft>
              <a:buClr>
                <a:schemeClr val="accent2"/>
              </a:buClr>
              <a:buSzPts val="2100"/>
              <a:buFont typeface="Century Schoolbook"/>
              <a:buChar char="•"/>
              <a:defRPr sz="2100" b="0" i="0" u="none" strike="noStrike" cap="small">
                <a:solidFill>
                  <a:schemeClr val="dk2"/>
                </a:solidFill>
                <a:latin typeface="Century Schoolbook"/>
                <a:ea typeface="Century Schoolbook"/>
                <a:cs typeface="Century Schoolbook"/>
                <a:sym typeface="Century Schoolbook"/>
              </a:defRPr>
            </a:lvl8pPr>
            <a:lvl9pPr marL="4114800" marR="0" lvl="8" indent="-361950" algn="l" rtl="0">
              <a:lnSpc>
                <a:spcPct val="100000"/>
              </a:lnSpc>
              <a:spcBef>
                <a:spcPts val="420"/>
              </a:spcBef>
              <a:spcAft>
                <a:spcPts val="0"/>
              </a:spcAft>
              <a:buClr>
                <a:srgbClr val="DE7530"/>
              </a:buClr>
              <a:buSzPts val="2100"/>
              <a:buFont typeface="Century Schoolbook"/>
              <a:buChar char="•"/>
              <a:defRPr sz="2100" b="0" i="0" u="none" strike="noStrike" cap="none">
                <a:solidFill>
                  <a:schemeClr val="dk2"/>
                </a:solidFill>
                <a:latin typeface="Century Schoolbook"/>
                <a:ea typeface="Century Schoolbook"/>
                <a:cs typeface="Century Schoolbook"/>
                <a:sym typeface="Century Schoolbook"/>
              </a:defRPr>
            </a:lvl9pPr>
          </a:lstStyle>
          <a:p>
            <a:endParaRPr/>
          </a:p>
        </p:txBody>
      </p:sp>
      <p:sp>
        <p:nvSpPr>
          <p:cNvPr id="9" name="Google Shape;9;p9"/>
          <p:cNvSpPr txBox="1">
            <a:spLocks noGrp="1"/>
          </p:cNvSpPr>
          <p:nvPr>
            <p:ph type="dt" idx="10"/>
          </p:nvPr>
        </p:nvSpPr>
        <p:spPr>
          <a:xfrm rot="5400000">
            <a:off x="15682219" y="1526541"/>
            <a:ext cx="3017100" cy="768000"/>
          </a:xfrm>
          <a:prstGeom prst="rect">
            <a:avLst/>
          </a:prstGeom>
          <a:noFill/>
          <a:ln>
            <a:noFill/>
          </a:ln>
        </p:spPr>
        <p:txBody>
          <a:bodyPr spcFirstLastPara="1" wrap="square" lIns="91425" tIns="45700" rIns="91425" bIns="45700" anchor="ctr" anchorCtr="0">
            <a:noAutofit/>
          </a:bodyPr>
          <a:lstStyle>
            <a:lvl1pPr marR="0" lvl="0" algn="r"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Century Schoolbook"/>
                <a:ea typeface="Century Schoolbook"/>
                <a:cs typeface="Century Schoolbook"/>
                <a:sym typeface="Century Schoolbook"/>
              </a:defRPr>
            </a:lvl1pPr>
            <a:lvl2pPr marR="0" lvl="1"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2pPr>
            <a:lvl3pPr marR="0" lvl="2"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3pPr>
            <a:lvl4pPr marR="0" lvl="3"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4pPr>
            <a:lvl5pPr marR="0" lvl="4"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5pPr>
            <a:lvl6pPr marR="0" lvl="5"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6pPr>
            <a:lvl7pPr marR="0" lvl="6"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7pPr>
            <a:lvl8pPr marR="0" lvl="7"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8pPr>
            <a:lvl9pPr marR="0" lvl="8"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9pPr>
          </a:lstStyle>
          <a:p>
            <a:endParaRPr/>
          </a:p>
        </p:txBody>
      </p:sp>
      <p:sp>
        <p:nvSpPr>
          <p:cNvPr id="10" name="Google Shape;10;p9"/>
          <p:cNvSpPr txBox="1">
            <a:spLocks noGrp="1"/>
          </p:cNvSpPr>
          <p:nvPr>
            <p:ph type="ftr" idx="11"/>
          </p:nvPr>
        </p:nvSpPr>
        <p:spPr>
          <a:xfrm rot="5400000">
            <a:off x="14780833" y="5513643"/>
            <a:ext cx="4800000" cy="731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Century Schoolbook"/>
                <a:ea typeface="Century Schoolbook"/>
                <a:cs typeface="Century Schoolbook"/>
                <a:sym typeface="Century Schoolbook"/>
              </a:defRPr>
            </a:lvl1pPr>
            <a:lvl2pPr marR="0" lvl="1"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2pPr>
            <a:lvl3pPr marR="0" lvl="2"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3pPr>
            <a:lvl4pPr marR="0" lvl="3"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4pPr>
            <a:lvl5pPr marR="0" lvl="4"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5pPr>
            <a:lvl6pPr marR="0" lvl="5"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6pPr>
            <a:lvl7pPr marR="0" lvl="6"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7pPr>
            <a:lvl8pPr marR="0" lvl="7"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8pPr>
            <a:lvl9pPr marR="0" lvl="8" algn="l" rtl="0">
              <a:lnSpc>
                <a:spcPct val="100000"/>
              </a:lnSpc>
              <a:spcBef>
                <a:spcPts val="0"/>
              </a:spcBef>
              <a:spcAft>
                <a:spcPts val="0"/>
              </a:spcAft>
              <a:buClr>
                <a:srgbClr val="000000"/>
              </a:buClr>
              <a:buSzPts val="1400"/>
              <a:buFont typeface="Arial"/>
              <a:buNone/>
              <a:defRPr sz="3214" b="0" i="0" u="none" strike="noStrike" cap="none">
                <a:solidFill>
                  <a:schemeClr val="dk1"/>
                </a:solidFill>
                <a:latin typeface="Century Schoolbook"/>
                <a:ea typeface="Century Schoolbook"/>
                <a:cs typeface="Century Schoolbook"/>
                <a:sym typeface="Century Schoolbook"/>
              </a:defRPr>
            </a:lvl9pPr>
          </a:lstStyle>
          <a:p>
            <a:endParaRPr/>
          </a:p>
        </p:txBody>
      </p:sp>
      <p:cxnSp>
        <p:nvCxnSpPr>
          <p:cNvPr id="11" name="Google Shape;11;p9"/>
          <p:cNvCxnSpPr/>
          <p:nvPr/>
        </p:nvCxnSpPr>
        <p:spPr>
          <a:xfrm>
            <a:off x="152400" y="0"/>
            <a:ext cx="0" cy="10285500"/>
          </a:xfrm>
          <a:prstGeom prst="straightConnector1">
            <a:avLst/>
          </a:prstGeom>
          <a:noFill/>
          <a:ln w="57150" cap="flat" cmpd="thickThin">
            <a:solidFill>
              <a:srgbClr val="FEC2AC"/>
            </a:solidFill>
            <a:prstDash val="solid"/>
            <a:round/>
            <a:headEnd type="none" w="sm" len="sm"/>
            <a:tailEnd type="none" w="sm" len="sm"/>
          </a:ln>
        </p:spPr>
      </p:cxnSp>
      <p:cxnSp>
        <p:nvCxnSpPr>
          <p:cNvPr id="12" name="Google Shape;12;p9"/>
          <p:cNvCxnSpPr/>
          <p:nvPr/>
        </p:nvCxnSpPr>
        <p:spPr>
          <a:xfrm>
            <a:off x="17983200" y="0"/>
            <a:ext cx="0" cy="10285500"/>
          </a:xfrm>
          <a:prstGeom prst="straightConnector1">
            <a:avLst/>
          </a:prstGeom>
          <a:noFill/>
          <a:ln w="19050" cap="flat" cmpd="sng">
            <a:solidFill>
              <a:schemeClr val="accent1"/>
            </a:solidFill>
            <a:prstDash val="solid"/>
            <a:round/>
            <a:headEnd type="none" w="sm" len="sm"/>
            <a:tailEnd type="none" w="sm" len="sm"/>
          </a:ln>
        </p:spPr>
      </p:cxnSp>
      <p:sp>
        <p:nvSpPr>
          <p:cNvPr id="13" name="Google Shape;13;p9"/>
          <p:cNvSpPr/>
          <p:nvPr/>
        </p:nvSpPr>
        <p:spPr>
          <a:xfrm>
            <a:off x="17678400" y="0"/>
            <a:ext cx="609600" cy="10285500"/>
          </a:xfrm>
          <a:prstGeom prst="rect">
            <a:avLst/>
          </a:prstGeom>
          <a:solidFill>
            <a:srgbClr val="FEC2AC">
              <a:alpha val="85882"/>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cxnSp>
        <p:nvCxnSpPr>
          <p:cNvPr id="14" name="Google Shape;14;p9"/>
          <p:cNvCxnSpPr/>
          <p:nvPr/>
        </p:nvCxnSpPr>
        <p:spPr>
          <a:xfrm>
            <a:off x="17830800" y="0"/>
            <a:ext cx="0" cy="10285500"/>
          </a:xfrm>
          <a:prstGeom prst="straightConnector1">
            <a:avLst/>
          </a:prstGeom>
          <a:noFill/>
          <a:ln w="9525" cap="flat" cmpd="sng">
            <a:solidFill>
              <a:schemeClr val="accent1"/>
            </a:solidFill>
            <a:prstDash val="solid"/>
            <a:round/>
            <a:headEnd type="none" w="sm" len="sm"/>
            <a:tailEnd type="none" w="sm" len="sm"/>
          </a:ln>
        </p:spPr>
      </p:cxnSp>
      <p:sp>
        <p:nvSpPr>
          <p:cNvPr id="15" name="Google Shape;15;p9"/>
          <p:cNvSpPr/>
          <p:nvPr/>
        </p:nvSpPr>
        <p:spPr>
          <a:xfrm>
            <a:off x="16312895" y="8571178"/>
            <a:ext cx="1097400" cy="822900"/>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820"/>
              <a:buFont typeface="Arial"/>
              <a:buNone/>
            </a:pPr>
            <a:endParaRPr sz="4820" b="0" i="0" u="none" strike="noStrike" cap="none">
              <a:solidFill>
                <a:schemeClr val="lt1"/>
              </a:solidFill>
              <a:latin typeface="Century Schoolbook"/>
              <a:ea typeface="Century Schoolbook"/>
              <a:cs typeface="Century Schoolbook"/>
              <a:sym typeface="Century Schoolbook"/>
            </a:endParaRPr>
          </a:p>
        </p:txBody>
      </p:sp>
      <p:sp>
        <p:nvSpPr>
          <p:cNvPr id="16" name="Google Shape;16;p9"/>
          <p:cNvSpPr txBox="1">
            <a:spLocks noGrp="1"/>
          </p:cNvSpPr>
          <p:nvPr>
            <p:ph type="sldNum" idx="12"/>
          </p:nvPr>
        </p:nvSpPr>
        <p:spPr>
          <a:xfrm>
            <a:off x="16258031" y="8599748"/>
            <a:ext cx="1219200" cy="781800"/>
          </a:xfrm>
          <a:prstGeom prst="rect">
            <a:avLst/>
          </a:prstGeom>
          <a:noFill/>
          <a:ln>
            <a:noFill/>
          </a:ln>
        </p:spPr>
        <p:txBody>
          <a:bodyPr spcFirstLastPara="1" wrap="square" lIns="91425" tIns="45700" rIns="91425" bIns="45700" anchor="ctr" anchorCtr="0">
            <a:noAutofit/>
          </a:bodyPr>
          <a:lstStyle>
            <a:lvl1pPr marL="0" marR="0" lvl="0" indent="0" algn="ctr" rtl="0">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1pPr>
            <a:lvl2pPr marL="0" marR="0" lvl="1" indent="0" algn="ctr" rtl="0">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2pPr>
            <a:lvl3pPr marL="0" marR="0" lvl="2" indent="0" algn="ctr" rtl="0">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3pPr>
            <a:lvl4pPr marL="0" marR="0" lvl="3" indent="0" algn="ctr" rtl="0">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4pPr>
            <a:lvl5pPr marL="0" marR="0" lvl="4" indent="0" algn="ctr" rtl="0">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5pPr>
            <a:lvl6pPr marL="0" marR="0" lvl="5" indent="0" algn="ctr" rtl="0">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6pPr>
            <a:lvl7pPr marL="0" marR="0" lvl="6" indent="0" algn="ctr" rtl="0">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7pPr>
            <a:lvl8pPr marL="0" marR="0" lvl="7" indent="0" algn="ctr" rtl="0">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8pPr>
            <a:lvl9pPr marL="0" marR="0" lvl="8" indent="0" algn="ctr" rtl="0">
              <a:lnSpc>
                <a:spcPct val="100000"/>
              </a:lnSpc>
              <a:spcBef>
                <a:spcPts val="0"/>
              </a:spcBef>
              <a:spcAft>
                <a:spcPts val="0"/>
              </a:spcAft>
              <a:buClr>
                <a:srgbClr val="000000"/>
              </a:buClr>
              <a:buSzPts val="2100"/>
              <a:buFont typeface="Arial"/>
              <a:buNone/>
              <a:defRPr sz="2100" b="1" i="0" u="none" strike="noStrike" cap="none">
                <a:solidFill>
                  <a:srgbClr val="FFFFFF"/>
                </a:solidFill>
                <a:latin typeface="Century Schoolbook"/>
                <a:ea typeface="Century Schoolbook"/>
                <a:cs typeface="Century Schoolbook"/>
                <a:sym typeface="Century Schoolbook"/>
              </a:defRPr>
            </a:lvl9pPr>
          </a:lstStyle>
          <a:p>
            <a:pPr marL="0" lvl="0" indent="0" algn="ctr" rtl="0">
              <a:spcBef>
                <a:spcPts val="0"/>
              </a:spcBef>
              <a:spcAft>
                <a:spcPts val="0"/>
              </a:spcAft>
              <a:buNone/>
            </a:pPr>
            <a:fld id="{00000000-1234-1234-1234-123412341234}" type="slidenum">
              <a:rPr lang="es-CL"/>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hyperlink" Target="http://www.youtube.com/watch?v=5CEArmGzLD8"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1.jp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
          <p:cNvSpPr txBox="1">
            <a:spLocks noGrp="1"/>
          </p:cNvSpPr>
          <p:nvPr>
            <p:ph type="ctrTitle"/>
          </p:nvPr>
        </p:nvSpPr>
        <p:spPr>
          <a:xfrm>
            <a:off x="4967536" y="2262386"/>
            <a:ext cx="10469611" cy="3012929"/>
          </a:xfrm>
          <a:prstGeom prst="rect">
            <a:avLst/>
          </a:prstGeom>
          <a:solidFill>
            <a:schemeClr val="lt1"/>
          </a:solidFill>
          <a:ln w="25400" cap="flat" cmpd="sng">
            <a:solidFill>
              <a:schemeClr val="accent1"/>
            </a:solidFill>
            <a:prstDash val="solid"/>
            <a:round/>
            <a:headEnd type="none" w="sm" len="sm"/>
            <a:tailEnd type="none" w="sm" len="sm"/>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1"/>
              </a:buClr>
              <a:buSzPts val="6299"/>
              <a:buFont typeface="Century Schoolbook"/>
              <a:buNone/>
            </a:pPr>
            <a:r>
              <a:rPr lang="es-CL" sz="6299">
                <a:solidFill>
                  <a:schemeClr val="dk1"/>
                </a:solidFill>
                <a:latin typeface="Century Schoolbook"/>
                <a:ea typeface="Century Schoolbook"/>
                <a:cs typeface="Century Schoolbook"/>
                <a:sym typeface="Century Schoolbook"/>
              </a:rPr>
              <a:t>Sistema de gestión  Restobar</a:t>
            </a:r>
            <a:br>
              <a:rPr lang="es-CL" sz="6299">
                <a:solidFill>
                  <a:schemeClr val="dk1"/>
                </a:solidFill>
                <a:latin typeface="Century Schoolbook"/>
                <a:ea typeface="Century Schoolbook"/>
                <a:cs typeface="Century Schoolbook"/>
                <a:sym typeface="Century Schoolbook"/>
              </a:rPr>
            </a:br>
            <a:r>
              <a:rPr lang="es-CL" sz="6299">
                <a:solidFill>
                  <a:schemeClr val="dk1"/>
                </a:solidFill>
                <a:latin typeface="Century Schoolbook"/>
                <a:ea typeface="Century Schoolbook"/>
                <a:cs typeface="Century Schoolbook"/>
                <a:sym typeface="Century Schoolbook"/>
              </a:rPr>
              <a:t>CORE V1</a:t>
            </a:r>
            <a:endParaRPr/>
          </a:p>
        </p:txBody>
      </p:sp>
      <p:sp>
        <p:nvSpPr>
          <p:cNvPr id="144" name="Google Shape;144;p1"/>
          <p:cNvSpPr txBox="1">
            <a:spLocks noGrp="1"/>
          </p:cNvSpPr>
          <p:nvPr>
            <p:ph type="subTitle" idx="1"/>
          </p:nvPr>
        </p:nvSpPr>
        <p:spPr>
          <a:xfrm>
            <a:off x="6767736" y="6117195"/>
            <a:ext cx="6840760" cy="3819948"/>
          </a:xfrm>
          <a:prstGeom prst="rect">
            <a:avLst/>
          </a:prstGeom>
          <a:noFill/>
          <a:ln>
            <a:noFill/>
          </a:ln>
        </p:spPr>
        <p:txBody>
          <a:bodyPr spcFirstLastPara="1" wrap="square" lIns="91425" tIns="45700" rIns="91425" bIns="45700" anchor="t" anchorCtr="0">
            <a:normAutofit/>
          </a:bodyPr>
          <a:lstStyle/>
          <a:p>
            <a:pPr marL="0" lvl="0" indent="0" algn="just" rtl="0">
              <a:lnSpc>
                <a:spcPct val="100000"/>
              </a:lnSpc>
              <a:spcBef>
                <a:spcPts val="0"/>
              </a:spcBef>
              <a:spcAft>
                <a:spcPts val="0"/>
              </a:spcAft>
              <a:buSzPts val="1942"/>
              <a:buNone/>
            </a:pPr>
            <a:r>
              <a:rPr lang="es-CL" sz="2775">
                <a:solidFill>
                  <a:schemeClr val="dk1"/>
                </a:solidFill>
                <a:latin typeface="Times New Roman"/>
                <a:ea typeface="Times New Roman"/>
                <a:cs typeface="Times New Roman"/>
                <a:sym typeface="Times New Roman"/>
              </a:rPr>
              <a:t>Profesor : Alejandro Gonzalez Zuñiga</a:t>
            </a:r>
            <a:endParaRPr sz="2775">
              <a:solidFill>
                <a:schemeClr val="dk1"/>
              </a:solidFill>
              <a:latin typeface="Times New Roman"/>
              <a:ea typeface="Times New Roman"/>
              <a:cs typeface="Times New Roman"/>
              <a:sym typeface="Times New Roman"/>
            </a:endParaRPr>
          </a:p>
          <a:p>
            <a:pPr marL="0" lvl="0" indent="0" algn="just" rtl="0">
              <a:lnSpc>
                <a:spcPct val="100000"/>
              </a:lnSpc>
              <a:spcBef>
                <a:spcPts val="900"/>
              </a:spcBef>
              <a:spcAft>
                <a:spcPts val="0"/>
              </a:spcAft>
              <a:buSzPts val="1942"/>
              <a:buNone/>
            </a:pPr>
            <a:r>
              <a:rPr lang="es-CL" sz="2775">
                <a:solidFill>
                  <a:schemeClr val="dk1"/>
                </a:solidFill>
                <a:latin typeface="Times New Roman"/>
                <a:ea typeface="Times New Roman"/>
                <a:cs typeface="Times New Roman"/>
                <a:sym typeface="Times New Roman"/>
              </a:rPr>
              <a:t>Estudiantes: Agustín Bornscheuer</a:t>
            </a:r>
            <a:endParaRPr sz="2775">
              <a:solidFill>
                <a:schemeClr val="dk1"/>
              </a:solidFill>
              <a:latin typeface="Times New Roman"/>
              <a:ea typeface="Times New Roman"/>
              <a:cs typeface="Times New Roman"/>
              <a:sym typeface="Times New Roman"/>
            </a:endParaRPr>
          </a:p>
          <a:p>
            <a:pPr marL="0" lvl="0" indent="0" algn="just" rtl="0">
              <a:lnSpc>
                <a:spcPct val="100000"/>
              </a:lnSpc>
              <a:spcBef>
                <a:spcPts val="900"/>
              </a:spcBef>
              <a:spcAft>
                <a:spcPts val="0"/>
              </a:spcAft>
              <a:buSzPts val="1942"/>
              <a:buNone/>
            </a:pPr>
            <a:r>
              <a:rPr lang="es-CL" sz="2775">
                <a:solidFill>
                  <a:schemeClr val="dk1"/>
                </a:solidFill>
                <a:latin typeface="Times New Roman"/>
                <a:ea typeface="Times New Roman"/>
                <a:cs typeface="Times New Roman"/>
                <a:sym typeface="Times New Roman"/>
              </a:rPr>
              <a:t>		            Henry Lohse</a:t>
            </a:r>
            <a:endParaRPr/>
          </a:p>
          <a:p>
            <a:pPr marL="0" lvl="0" indent="0" algn="just" rtl="0">
              <a:lnSpc>
                <a:spcPct val="100000"/>
              </a:lnSpc>
              <a:spcBef>
                <a:spcPts val="900"/>
              </a:spcBef>
              <a:spcAft>
                <a:spcPts val="0"/>
              </a:spcAft>
              <a:buSzPts val="1942"/>
              <a:buNone/>
            </a:pPr>
            <a:r>
              <a:rPr lang="es-CL" sz="2775">
                <a:solidFill>
                  <a:schemeClr val="dk1"/>
                </a:solidFill>
                <a:latin typeface="Times New Roman"/>
                <a:ea typeface="Times New Roman"/>
                <a:cs typeface="Times New Roman"/>
                <a:sym typeface="Times New Roman"/>
              </a:rPr>
              <a:t>		            Ignacio Pérez</a:t>
            </a:r>
            <a:endParaRPr/>
          </a:p>
          <a:p>
            <a:pPr marL="0" lvl="0" indent="0" algn="just" rtl="0">
              <a:lnSpc>
                <a:spcPct val="100000"/>
              </a:lnSpc>
              <a:spcBef>
                <a:spcPts val="900"/>
              </a:spcBef>
              <a:spcAft>
                <a:spcPts val="0"/>
              </a:spcAft>
              <a:buSzPts val="1942"/>
              <a:buNone/>
            </a:pPr>
            <a:r>
              <a:rPr lang="es-CL" sz="2775">
                <a:solidFill>
                  <a:schemeClr val="dk1"/>
                </a:solidFill>
                <a:latin typeface="Times New Roman"/>
                <a:ea typeface="Times New Roman"/>
                <a:cs typeface="Times New Roman"/>
                <a:sym typeface="Times New Roman"/>
              </a:rPr>
              <a:t>		            Jen Pierr Cieza</a:t>
            </a:r>
            <a:endParaRPr/>
          </a:p>
          <a:p>
            <a:pPr marL="0" lvl="0" indent="0" algn="just" rtl="0">
              <a:lnSpc>
                <a:spcPct val="100000"/>
              </a:lnSpc>
              <a:spcBef>
                <a:spcPts val="900"/>
              </a:spcBef>
              <a:spcAft>
                <a:spcPts val="0"/>
              </a:spcAft>
              <a:buSzPts val="1942"/>
              <a:buNone/>
            </a:pPr>
            <a:endParaRPr sz="2775">
              <a:solidFill>
                <a:schemeClr val="dk1"/>
              </a:solidFill>
              <a:latin typeface="Times New Roman"/>
              <a:ea typeface="Times New Roman"/>
              <a:cs typeface="Times New Roman"/>
              <a:sym typeface="Times New Roman"/>
            </a:endParaRPr>
          </a:p>
          <a:p>
            <a:pPr marL="0" lvl="0" indent="0" algn="just" rtl="0">
              <a:lnSpc>
                <a:spcPct val="100000"/>
              </a:lnSpc>
              <a:spcBef>
                <a:spcPts val="900"/>
              </a:spcBef>
              <a:spcAft>
                <a:spcPts val="0"/>
              </a:spcAft>
              <a:buSzPts val="1942"/>
              <a:buNone/>
            </a:pPr>
            <a:r>
              <a:rPr lang="es-CL" sz="2775">
                <a:solidFill>
                  <a:schemeClr val="dk1"/>
                </a:solidFill>
                <a:latin typeface="Times New Roman"/>
                <a:ea typeface="Times New Roman"/>
                <a:cs typeface="Times New Roman"/>
                <a:sym typeface="Times New Roman"/>
              </a:rPr>
              <a:t>					Julio</a:t>
            </a:r>
            <a:r>
              <a:rPr lang="es-CL" sz="2775">
                <a:solidFill>
                  <a:schemeClr val="dk1"/>
                </a:solidFill>
              </a:rPr>
              <a:t> – 2020</a:t>
            </a:r>
            <a:endParaRPr sz="2775">
              <a:solidFill>
                <a:schemeClr val="dk1"/>
              </a:solidFill>
            </a:endParaRPr>
          </a:p>
          <a:p>
            <a:pPr marL="0" lvl="0" indent="0" algn="l" rtl="0">
              <a:lnSpc>
                <a:spcPct val="100000"/>
              </a:lnSpc>
              <a:spcBef>
                <a:spcPts val="900"/>
              </a:spcBef>
              <a:spcAft>
                <a:spcPts val="0"/>
              </a:spcAft>
              <a:buSzPts val="1942"/>
              <a:buNone/>
            </a:pPr>
            <a:endParaRPr sz="2775">
              <a:solidFill>
                <a:schemeClr val="dk1"/>
              </a:solidFill>
              <a:latin typeface="Times New Roman"/>
              <a:ea typeface="Times New Roman"/>
              <a:cs typeface="Times New Roman"/>
              <a:sym typeface="Times New Roman"/>
            </a:endParaRPr>
          </a:p>
          <a:p>
            <a:pPr marL="0" lvl="0" indent="0" algn="l" rtl="0">
              <a:lnSpc>
                <a:spcPct val="100000"/>
              </a:lnSpc>
              <a:spcBef>
                <a:spcPts val="900"/>
              </a:spcBef>
              <a:spcAft>
                <a:spcPts val="0"/>
              </a:spcAft>
              <a:buSzPts val="1748"/>
              <a:buNone/>
            </a:pPr>
            <a:endParaRPr sz="2497"/>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
          <p:cNvSpPr txBox="1">
            <a:spLocks noGrp="1"/>
          </p:cNvSpPr>
          <p:nvPr>
            <p:ph type="title"/>
          </p:nvPr>
        </p:nvSpPr>
        <p:spPr>
          <a:xfrm>
            <a:off x="914400" y="589493"/>
            <a:ext cx="14935201" cy="10260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4200"/>
              <a:buFont typeface="Times New Roman"/>
              <a:buNone/>
            </a:pPr>
            <a:r>
              <a:rPr lang="es-CL" sz="4200" b="1">
                <a:latin typeface="Times New Roman"/>
                <a:ea typeface="Times New Roman"/>
                <a:cs typeface="Times New Roman"/>
                <a:sym typeface="Times New Roman"/>
              </a:rPr>
              <a:t>Índice</a:t>
            </a:r>
            <a:endParaRPr/>
          </a:p>
        </p:txBody>
      </p:sp>
      <p:sp>
        <p:nvSpPr>
          <p:cNvPr id="150" name="Google Shape;150;p2"/>
          <p:cNvSpPr txBox="1"/>
          <p:nvPr/>
        </p:nvSpPr>
        <p:spPr>
          <a:xfrm>
            <a:off x="739750" y="1546550"/>
            <a:ext cx="7848900" cy="7567500"/>
          </a:xfrm>
          <a:prstGeom prst="rect">
            <a:avLst/>
          </a:prstGeom>
          <a:noFill/>
          <a:ln>
            <a:noFill/>
          </a:ln>
        </p:spPr>
        <p:txBody>
          <a:bodyPr spcFirstLastPara="1" wrap="square" lIns="91425" tIns="45700" rIns="91425" bIns="45700" anchor="t" anchorCtr="0">
            <a:noAutofit/>
          </a:bodyPr>
          <a:lstStyle/>
          <a:p>
            <a:pPr marL="457200" marR="0" lvl="0" indent="-419100" algn="l" rtl="0">
              <a:lnSpc>
                <a:spcPct val="100000"/>
              </a:lnSpc>
              <a:spcBef>
                <a:spcPts val="30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Grupo y distribución </a:t>
            </a:r>
            <a:endParaRPr sz="3000" b="0" i="0" u="none" strike="noStrike" cap="none">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Propósito del cliente</a:t>
            </a:r>
            <a:endParaRPr sz="3000" b="0" i="0" u="none" strike="noStrike" cap="none">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Objetivos</a:t>
            </a:r>
            <a:endParaRPr sz="3000" b="0" i="0" u="none" strike="noStrike" cap="none">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Restricciones </a:t>
            </a:r>
            <a:endParaRPr sz="3000" b="0" i="0" u="none" strike="noStrike" cap="none">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Requerimientos del cliente </a:t>
            </a:r>
            <a:endParaRPr sz="3000" b="0" i="0" u="none" strike="noStrike" cap="none">
              <a:solidFill>
                <a:schemeClr val="dk1"/>
              </a:solidFill>
              <a:latin typeface="Times New Roman"/>
              <a:ea typeface="Times New Roman"/>
              <a:cs typeface="Times New Roman"/>
              <a:sym typeface="Times New Roman"/>
            </a:endParaRPr>
          </a:p>
          <a:p>
            <a:pPr marL="457200" lvl="0" indent="-419100" algn="l" rtl="0">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Metodología de trabajo</a:t>
            </a:r>
            <a:endParaRPr sz="3000">
              <a:solidFill>
                <a:schemeClr val="dk1"/>
              </a:solidFill>
              <a:latin typeface="Times New Roman"/>
              <a:ea typeface="Times New Roman"/>
              <a:cs typeface="Times New Roman"/>
              <a:sym typeface="Times New Roman"/>
            </a:endParaRPr>
          </a:p>
          <a:p>
            <a:pPr marL="457200" lvl="0" indent="-419100" algn="l" rtl="0">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Gestión de Herramientas y RRHH</a:t>
            </a:r>
            <a:endParaRPr sz="3000">
              <a:solidFill>
                <a:schemeClr val="dk1"/>
              </a:solidFill>
              <a:latin typeface="Times New Roman"/>
              <a:ea typeface="Times New Roman"/>
              <a:cs typeface="Times New Roman"/>
              <a:sym typeface="Times New Roman"/>
            </a:endParaRPr>
          </a:p>
          <a:p>
            <a:pPr marL="457200" lvl="0" indent="-419100" algn="l" rtl="0">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Alcance del proyecto</a:t>
            </a:r>
            <a:endParaRPr sz="3000">
              <a:solidFill>
                <a:schemeClr val="dk1"/>
              </a:solidFill>
              <a:latin typeface="Times New Roman"/>
              <a:ea typeface="Times New Roman"/>
              <a:cs typeface="Times New Roman"/>
              <a:sym typeface="Times New Roman"/>
            </a:endParaRPr>
          </a:p>
          <a:p>
            <a:pPr marL="457200" lvl="0" indent="-419100" algn="l" rtl="0">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IDE utilizado</a:t>
            </a:r>
            <a:endParaRPr sz="3000">
              <a:solidFill>
                <a:schemeClr val="dk1"/>
              </a:solidFill>
              <a:latin typeface="Times New Roman"/>
              <a:ea typeface="Times New Roman"/>
              <a:cs typeface="Times New Roman"/>
              <a:sym typeface="Times New Roman"/>
            </a:endParaRPr>
          </a:p>
          <a:p>
            <a:pPr marL="457200" lvl="0" indent="-419100" algn="l" rtl="0">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Lenguaje de programación utilizado</a:t>
            </a:r>
            <a:endParaRPr sz="3000">
              <a:solidFill>
                <a:schemeClr val="dk1"/>
              </a:solidFill>
              <a:latin typeface="Times New Roman"/>
              <a:ea typeface="Times New Roman"/>
              <a:cs typeface="Times New Roman"/>
              <a:sym typeface="Times New Roman"/>
            </a:endParaRPr>
          </a:p>
          <a:p>
            <a:pPr marL="457200" lvl="0" indent="-419100" algn="l" rtl="0">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Código Fuente</a:t>
            </a:r>
            <a:endParaRPr sz="3000">
              <a:solidFill>
                <a:schemeClr val="dk1"/>
              </a:solidFill>
              <a:latin typeface="Times New Roman"/>
              <a:ea typeface="Times New Roman"/>
              <a:cs typeface="Times New Roman"/>
              <a:sym typeface="Times New Roman"/>
            </a:endParaRPr>
          </a:p>
          <a:p>
            <a:pPr marL="457200" lvl="0" indent="-419100" algn="l" rtl="0">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Clasificación del lenguaje de programación utilizado</a:t>
            </a:r>
            <a:endParaRPr sz="3000">
              <a:solidFill>
                <a:schemeClr val="dk1"/>
              </a:solidFill>
              <a:latin typeface="Times New Roman"/>
              <a:ea typeface="Times New Roman"/>
              <a:cs typeface="Times New Roman"/>
              <a:sym typeface="Times New Roman"/>
            </a:endParaRPr>
          </a:p>
          <a:p>
            <a:pPr marL="457200" lvl="0" indent="-419100" algn="l" rtl="0">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Requerimientos Principales</a:t>
            </a:r>
            <a:endParaRPr sz="3000">
              <a:solidFill>
                <a:schemeClr val="dk1"/>
              </a:solidFill>
              <a:latin typeface="Times New Roman"/>
              <a:ea typeface="Times New Roman"/>
              <a:cs typeface="Times New Roman"/>
              <a:sym typeface="Times New Roman"/>
            </a:endParaRPr>
          </a:p>
          <a:p>
            <a:pPr marL="457200" lvl="0" indent="-419100" algn="l" rtl="0">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Pruebas de Requerimientos</a:t>
            </a:r>
            <a:endParaRPr sz="3000">
              <a:solidFill>
                <a:schemeClr val="dk1"/>
              </a:solidFill>
              <a:latin typeface="Times New Roman"/>
              <a:ea typeface="Times New Roman"/>
              <a:cs typeface="Times New Roman"/>
              <a:sym typeface="Times New Roman"/>
            </a:endParaRPr>
          </a:p>
          <a:p>
            <a:pPr marL="0" lvl="0" indent="0" algn="l" rtl="0">
              <a:spcBef>
                <a:spcPts val="300"/>
              </a:spcBef>
              <a:spcAft>
                <a:spcPts val="0"/>
              </a:spcAft>
              <a:buNone/>
            </a:pPr>
            <a:endParaRPr sz="3000">
              <a:solidFill>
                <a:schemeClr val="dk1"/>
              </a:solidFill>
              <a:latin typeface="Times New Roman"/>
              <a:ea typeface="Times New Roman"/>
              <a:cs typeface="Times New Roman"/>
              <a:sym typeface="Times New Roman"/>
            </a:endParaRPr>
          </a:p>
        </p:txBody>
      </p:sp>
      <p:sp>
        <p:nvSpPr>
          <p:cNvPr id="151" name="Google Shape;151;p2"/>
          <p:cNvSpPr txBox="1"/>
          <p:nvPr/>
        </p:nvSpPr>
        <p:spPr>
          <a:xfrm>
            <a:off x="8850175" y="1829600"/>
            <a:ext cx="7848900" cy="7567500"/>
          </a:xfrm>
          <a:prstGeom prst="rect">
            <a:avLst/>
          </a:prstGeom>
          <a:noFill/>
          <a:ln>
            <a:noFill/>
          </a:ln>
        </p:spPr>
        <p:txBody>
          <a:bodyPr spcFirstLastPara="1" wrap="square" lIns="91425" tIns="45700" rIns="91425" bIns="45700" anchor="t" anchorCtr="0">
            <a:noAutofit/>
          </a:bodyPr>
          <a:lstStyle/>
          <a:p>
            <a:pPr marL="457200" lvl="0" indent="-419100" algn="l" rtl="0">
              <a:spcBef>
                <a:spcPts val="30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Presentación del SW en Operación</a:t>
            </a:r>
            <a:endParaRPr sz="3000">
              <a:solidFill>
                <a:schemeClr val="dk1"/>
              </a:solidFill>
              <a:latin typeface="Times New Roman"/>
              <a:ea typeface="Times New Roman"/>
              <a:cs typeface="Times New Roman"/>
              <a:sym typeface="Times New Roman"/>
            </a:endParaRPr>
          </a:p>
          <a:p>
            <a:pPr marL="457200" lvl="0" indent="-419100" algn="l" rtl="0">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Diagramas de Flujo</a:t>
            </a:r>
            <a:endParaRPr sz="3000">
              <a:solidFill>
                <a:schemeClr val="dk1"/>
              </a:solidFill>
              <a:latin typeface="Times New Roman"/>
              <a:ea typeface="Times New Roman"/>
              <a:cs typeface="Times New Roman"/>
              <a:sym typeface="Times New Roman"/>
            </a:endParaRPr>
          </a:p>
          <a:p>
            <a:pPr marL="457200" lvl="0" indent="-419100" algn="l" rtl="0">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Impactos del proyecto</a:t>
            </a:r>
            <a:endParaRPr sz="3000">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Matriz de Riesgo</a:t>
            </a:r>
            <a:endParaRPr sz="3000" b="0" i="0" u="none" strike="noStrike" cap="none">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Control de Riesgo</a:t>
            </a:r>
            <a:endParaRPr sz="3000" b="0" i="0" u="none" strike="noStrike" cap="none">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KPI’s analiticos</a:t>
            </a:r>
            <a:endParaRPr sz="3000">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Arquitectura Operacional</a:t>
            </a:r>
            <a:endParaRPr sz="3000">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Cronología del Proyecto</a:t>
            </a:r>
            <a:endParaRPr sz="3000">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EDT del Proyecto</a:t>
            </a:r>
            <a:endParaRPr sz="3000">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Información General del Proyecto</a:t>
            </a:r>
            <a:endParaRPr sz="3000">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Documentación de Cierre de Proyecto</a:t>
            </a:r>
            <a:endParaRPr sz="3000">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Cierre Formal</a:t>
            </a:r>
            <a:endParaRPr sz="3000">
              <a:solidFill>
                <a:schemeClr val="dk1"/>
              </a:solidFill>
              <a:latin typeface="Times New Roman"/>
              <a:ea typeface="Times New Roman"/>
              <a:cs typeface="Times New Roman"/>
              <a:sym typeface="Times New Roman"/>
            </a:endParaRPr>
          </a:p>
          <a:p>
            <a:pPr marL="457200" marR="0" lvl="0" indent="-419100" algn="l" rtl="0">
              <a:lnSpc>
                <a:spcPct val="100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Conclusión</a:t>
            </a:r>
            <a:endParaRPr sz="3000">
              <a:solidFill>
                <a:schemeClr val="dk1"/>
              </a:solidFill>
              <a:latin typeface="Times New Roman"/>
              <a:ea typeface="Times New Roman"/>
              <a:cs typeface="Times New Roman"/>
              <a:sym typeface="Times New Roman"/>
            </a:endParaRPr>
          </a:p>
          <a:p>
            <a:pPr marL="1737360" marR="0" lvl="0" indent="0" algn="l" rtl="0">
              <a:lnSpc>
                <a:spcPct val="100000"/>
              </a:lnSpc>
              <a:spcBef>
                <a:spcPts val="300"/>
              </a:spcBef>
              <a:spcAft>
                <a:spcPts val="0"/>
              </a:spcAft>
              <a:buClr>
                <a:srgbClr val="000000"/>
              </a:buClr>
              <a:buSzPts val="3000"/>
              <a:buFont typeface="Arial"/>
              <a:buNone/>
            </a:pPr>
            <a:endParaRPr sz="3000" b="0" i="0" u="none" strike="noStrike" cap="none">
              <a:solidFill>
                <a:schemeClr val="dk1"/>
              </a:solidFill>
              <a:latin typeface="Times New Roman"/>
              <a:ea typeface="Times New Roman"/>
              <a:cs typeface="Times New Roman"/>
              <a:sym typeface="Times New Roman"/>
            </a:endParaRPr>
          </a:p>
          <a:p>
            <a:pPr marL="1737360" marR="0" lvl="0" indent="0" algn="l" rtl="0">
              <a:lnSpc>
                <a:spcPct val="100000"/>
              </a:lnSpc>
              <a:spcBef>
                <a:spcPts val="300"/>
              </a:spcBef>
              <a:spcAft>
                <a:spcPts val="0"/>
              </a:spcAft>
              <a:buClr>
                <a:srgbClr val="000000"/>
              </a:buClr>
              <a:buSzPts val="3000"/>
              <a:buFont typeface="Arial"/>
              <a:buNone/>
            </a:pPr>
            <a:endParaRPr sz="3000" b="0" i="0" u="none" strike="noStrike" cap="none">
              <a:solidFill>
                <a:schemeClr val="dk1"/>
              </a:solidFill>
              <a:latin typeface="Times New Roman"/>
              <a:ea typeface="Times New Roman"/>
              <a:cs typeface="Times New Roman"/>
              <a:sym typeface="Times New Roman"/>
            </a:endParaRPr>
          </a:p>
          <a:p>
            <a:pPr marL="45720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g76f6c50663_0_4"/>
          <p:cNvSpPr txBox="1"/>
          <p:nvPr/>
        </p:nvSpPr>
        <p:spPr>
          <a:xfrm>
            <a:off x="5543600" y="894234"/>
            <a:ext cx="6603300" cy="780300"/>
          </a:xfrm>
          <a:prstGeom prst="rect">
            <a:avLst/>
          </a:prstGeom>
          <a:noFill/>
          <a:ln>
            <a:noFill/>
          </a:ln>
        </p:spPr>
        <p:txBody>
          <a:bodyPr spcFirstLastPara="1" wrap="square" lIns="91425" tIns="45700" rIns="91425" bIns="45700" anchor="b" anchorCtr="0">
            <a:noAutofit/>
          </a:bodyPr>
          <a:lstStyle/>
          <a:p>
            <a:pPr marL="0" marR="0" lvl="0" indent="0" algn="ctr" rtl="0">
              <a:lnSpc>
                <a:spcPct val="100000"/>
              </a:lnSpc>
              <a:spcBef>
                <a:spcPts val="0"/>
              </a:spcBef>
              <a:spcAft>
                <a:spcPts val="0"/>
              </a:spcAft>
              <a:buClr>
                <a:srgbClr val="000000"/>
              </a:buClr>
              <a:buSzPts val="4200"/>
              <a:buFont typeface="Arial"/>
              <a:buNone/>
            </a:pPr>
            <a:r>
              <a:rPr lang="es-CL" sz="4200" b="1" i="0" u="none" strike="noStrike" cap="small">
                <a:solidFill>
                  <a:schemeClr val="dk2"/>
                </a:solidFill>
                <a:latin typeface="Times New Roman"/>
                <a:ea typeface="Times New Roman"/>
                <a:cs typeface="Times New Roman"/>
                <a:sym typeface="Times New Roman"/>
              </a:rPr>
              <a:t>Grupo y Distribución</a:t>
            </a:r>
            <a:endParaRPr sz="1400" b="0" i="0" u="none" strike="noStrike" cap="none">
              <a:solidFill>
                <a:srgbClr val="000000"/>
              </a:solidFill>
              <a:latin typeface="Arial"/>
              <a:ea typeface="Arial"/>
              <a:cs typeface="Arial"/>
              <a:sym typeface="Arial"/>
            </a:endParaRPr>
          </a:p>
        </p:txBody>
      </p:sp>
      <p:sp>
        <p:nvSpPr>
          <p:cNvPr id="157" name="Google Shape;157;g76f6c50663_0_4"/>
          <p:cNvSpPr txBox="1"/>
          <p:nvPr/>
        </p:nvSpPr>
        <p:spPr>
          <a:xfrm>
            <a:off x="359024" y="8455074"/>
            <a:ext cx="18362100" cy="780300"/>
          </a:xfrm>
          <a:prstGeom prst="rect">
            <a:avLst/>
          </a:prstGeom>
          <a:noFill/>
          <a:ln>
            <a:noFill/>
          </a:ln>
        </p:spPr>
        <p:txBody>
          <a:bodyPr spcFirstLastPara="1" wrap="square" lIns="91425" tIns="45700" rIns="91425" bIns="45700" anchor="b" anchorCtr="0">
            <a:noAutofit/>
          </a:bodyPr>
          <a:lstStyle/>
          <a:p>
            <a:pPr marL="571500" marR="0" lvl="0" indent="-571500" algn="l" rtl="0">
              <a:lnSpc>
                <a:spcPct val="100000"/>
              </a:lnSpc>
              <a:spcBef>
                <a:spcPts val="0"/>
              </a:spcBef>
              <a:spcAft>
                <a:spcPts val="0"/>
              </a:spcAft>
              <a:buClr>
                <a:schemeClr val="dk2"/>
              </a:buClr>
              <a:buSzPts val="4200"/>
              <a:buFont typeface="Courier New"/>
              <a:buChar char="o"/>
            </a:pPr>
            <a:r>
              <a:rPr lang="es-CL" sz="4200" b="1" cap="small" dirty="0">
                <a:solidFill>
                  <a:schemeClr val="dk2"/>
                </a:solidFill>
                <a:latin typeface="Times New Roman"/>
                <a:ea typeface="Times New Roman"/>
                <a:cs typeface="Times New Roman"/>
                <a:sym typeface="Times New Roman"/>
              </a:rPr>
              <a:t>Henry Richard </a:t>
            </a:r>
            <a:r>
              <a:rPr lang="es-CL" sz="4200" b="1" cap="small" dirty="0" err="1">
                <a:solidFill>
                  <a:schemeClr val="dk2"/>
                </a:solidFill>
                <a:latin typeface="Times New Roman"/>
                <a:ea typeface="Times New Roman"/>
                <a:cs typeface="Times New Roman"/>
                <a:sym typeface="Times New Roman"/>
              </a:rPr>
              <a:t>Lohse</a:t>
            </a:r>
            <a:r>
              <a:rPr lang="es-CL" sz="4200" b="1" cap="small" dirty="0">
                <a:solidFill>
                  <a:schemeClr val="dk2"/>
                </a:solidFill>
                <a:latin typeface="Times New Roman"/>
                <a:ea typeface="Times New Roman"/>
                <a:cs typeface="Times New Roman"/>
                <a:sym typeface="Times New Roman"/>
              </a:rPr>
              <a:t> Rojas</a:t>
            </a:r>
            <a:r>
              <a:rPr lang="es-CL" sz="4200" b="1" i="0" u="none" strike="noStrike" cap="small" dirty="0">
                <a:solidFill>
                  <a:schemeClr val="dk2"/>
                </a:solidFill>
                <a:latin typeface="Times New Roman"/>
                <a:ea typeface="Times New Roman"/>
                <a:cs typeface="Times New Roman"/>
                <a:sym typeface="Times New Roman"/>
              </a:rPr>
              <a:t> :</a:t>
            </a:r>
            <a:endParaRPr sz="1400" b="0" i="0" u="none" strike="noStrike" cap="none" dirty="0">
              <a:solidFill>
                <a:srgbClr val="000000"/>
              </a:solidFill>
              <a:latin typeface="Arial"/>
              <a:ea typeface="Arial"/>
              <a:cs typeface="Arial"/>
              <a:sym typeface="Arial"/>
            </a:endParaRPr>
          </a:p>
          <a:p>
            <a:pPr marL="4653381" marR="0" lvl="5" indent="-571500" algn="l" rtl="0">
              <a:lnSpc>
                <a:spcPct val="100000"/>
              </a:lnSpc>
              <a:spcBef>
                <a:spcPts val="0"/>
              </a:spcBef>
              <a:spcAft>
                <a:spcPts val="0"/>
              </a:spcAft>
              <a:buClr>
                <a:schemeClr val="dk1"/>
              </a:buClr>
              <a:buSzPts val="4200"/>
              <a:buFont typeface="Arial"/>
              <a:buChar char="•"/>
            </a:pPr>
            <a:r>
              <a:rPr lang="es-CL" sz="4200" b="1" i="0" u="none" strike="noStrike" cap="small" dirty="0">
                <a:solidFill>
                  <a:schemeClr val="dk1"/>
                </a:solidFill>
                <a:latin typeface="Times New Roman"/>
                <a:ea typeface="Times New Roman"/>
                <a:cs typeface="Times New Roman"/>
                <a:sym typeface="Times New Roman"/>
              </a:rPr>
              <a:t>Director de proyecto</a:t>
            </a:r>
            <a:endParaRPr sz="1400" b="0" i="0" u="none" strike="noStrike" cap="none" dirty="0">
              <a:solidFill>
                <a:srgbClr val="000000"/>
              </a:solidFill>
              <a:latin typeface="Arial"/>
              <a:ea typeface="Arial"/>
              <a:cs typeface="Arial"/>
              <a:sym typeface="Arial"/>
            </a:endParaRPr>
          </a:p>
          <a:p>
            <a:pPr marL="571500" marR="0" lvl="0" indent="-304800" algn="l" rtl="0">
              <a:lnSpc>
                <a:spcPct val="100000"/>
              </a:lnSpc>
              <a:spcBef>
                <a:spcPts val="0"/>
              </a:spcBef>
              <a:spcAft>
                <a:spcPts val="0"/>
              </a:spcAft>
              <a:buClr>
                <a:schemeClr val="dk1"/>
              </a:buClr>
              <a:buSzPts val="4200"/>
              <a:buFont typeface="Arial"/>
              <a:buNone/>
            </a:pPr>
            <a:endParaRPr sz="4200" b="1" i="0" u="none" strike="noStrike" cap="small" dirty="0">
              <a:solidFill>
                <a:schemeClr val="dk2"/>
              </a:solidFill>
              <a:latin typeface="Times New Roman"/>
              <a:ea typeface="Times New Roman"/>
              <a:cs typeface="Times New Roman"/>
              <a:sym typeface="Times New Roman"/>
            </a:endParaRPr>
          </a:p>
          <a:p>
            <a:pPr marL="571500" marR="0" lvl="0" indent="-571500" algn="l" rtl="0">
              <a:lnSpc>
                <a:spcPct val="100000"/>
              </a:lnSpc>
              <a:spcBef>
                <a:spcPts val="0"/>
              </a:spcBef>
              <a:spcAft>
                <a:spcPts val="0"/>
              </a:spcAft>
              <a:buClr>
                <a:schemeClr val="dk2"/>
              </a:buClr>
              <a:buSzPts val="4200"/>
              <a:buFont typeface="Courier New"/>
              <a:buChar char="o"/>
            </a:pPr>
            <a:r>
              <a:rPr lang="es-CL" sz="4200" b="1" cap="small" dirty="0">
                <a:solidFill>
                  <a:schemeClr val="dk2"/>
                </a:solidFill>
                <a:latin typeface="Times New Roman"/>
                <a:ea typeface="Times New Roman"/>
                <a:cs typeface="Times New Roman"/>
                <a:sym typeface="Times New Roman"/>
              </a:rPr>
              <a:t>Agustín Humberto </a:t>
            </a:r>
            <a:r>
              <a:rPr lang="es-CL" sz="4200" b="1" cap="small" dirty="0" err="1">
                <a:solidFill>
                  <a:schemeClr val="dk2"/>
                </a:solidFill>
                <a:latin typeface="Times New Roman"/>
                <a:ea typeface="Times New Roman"/>
                <a:cs typeface="Times New Roman"/>
                <a:sym typeface="Times New Roman"/>
              </a:rPr>
              <a:t>Bornscheuer</a:t>
            </a:r>
            <a:r>
              <a:rPr lang="es-CL" sz="4200" b="1" cap="small" dirty="0">
                <a:solidFill>
                  <a:schemeClr val="dk2"/>
                </a:solidFill>
                <a:latin typeface="Times New Roman"/>
                <a:ea typeface="Times New Roman"/>
                <a:cs typeface="Times New Roman"/>
                <a:sym typeface="Times New Roman"/>
              </a:rPr>
              <a:t> Guajardo</a:t>
            </a:r>
            <a:r>
              <a:rPr lang="es-CL" sz="4200" b="1" i="0" u="none" strike="noStrike" cap="small" dirty="0">
                <a:solidFill>
                  <a:schemeClr val="dk2"/>
                </a:solidFill>
                <a:latin typeface="Times New Roman"/>
                <a:ea typeface="Times New Roman"/>
                <a:cs typeface="Times New Roman"/>
                <a:sym typeface="Times New Roman"/>
              </a:rPr>
              <a:t> : </a:t>
            </a:r>
            <a:endParaRPr sz="1400" b="0" i="0" u="none" strike="noStrike" cap="none" dirty="0">
              <a:solidFill>
                <a:srgbClr val="000000"/>
              </a:solidFill>
              <a:latin typeface="Arial"/>
              <a:ea typeface="Arial"/>
              <a:cs typeface="Arial"/>
              <a:sym typeface="Arial"/>
            </a:endParaRPr>
          </a:p>
          <a:p>
            <a:pPr marL="4653381" marR="0" lvl="5" indent="-571500" algn="l" rtl="0">
              <a:lnSpc>
                <a:spcPct val="100000"/>
              </a:lnSpc>
              <a:spcBef>
                <a:spcPts val="0"/>
              </a:spcBef>
              <a:spcAft>
                <a:spcPts val="0"/>
              </a:spcAft>
              <a:buClr>
                <a:schemeClr val="dk1"/>
              </a:buClr>
              <a:buSzPts val="4200"/>
              <a:buFont typeface="Arial"/>
              <a:buChar char="•"/>
            </a:pPr>
            <a:r>
              <a:rPr lang="es-CL" sz="4200" b="1" i="0" u="none" strike="noStrike" cap="small" dirty="0">
                <a:solidFill>
                  <a:schemeClr val="dk1"/>
                </a:solidFill>
                <a:latin typeface="Times New Roman"/>
                <a:ea typeface="Times New Roman"/>
                <a:cs typeface="Times New Roman"/>
                <a:sym typeface="Times New Roman"/>
              </a:rPr>
              <a:t>Diseño Gráfico </a:t>
            </a:r>
            <a:endParaRPr sz="1400" b="0" i="0" u="none" strike="noStrike" cap="none" dirty="0">
              <a:solidFill>
                <a:srgbClr val="000000"/>
              </a:solidFill>
              <a:latin typeface="Arial"/>
              <a:ea typeface="Arial"/>
              <a:cs typeface="Arial"/>
              <a:sym typeface="Arial"/>
            </a:endParaRPr>
          </a:p>
          <a:p>
            <a:pPr marL="571500" marR="0" lvl="0" indent="-304800" algn="l" rtl="0">
              <a:lnSpc>
                <a:spcPct val="100000"/>
              </a:lnSpc>
              <a:spcBef>
                <a:spcPts val="0"/>
              </a:spcBef>
              <a:spcAft>
                <a:spcPts val="0"/>
              </a:spcAft>
              <a:buClr>
                <a:schemeClr val="dk1"/>
              </a:buClr>
              <a:buSzPts val="4200"/>
              <a:buFont typeface="Arial"/>
              <a:buNone/>
            </a:pPr>
            <a:endParaRPr sz="4200" b="1" i="0" u="none" strike="noStrike" cap="small" dirty="0">
              <a:solidFill>
                <a:schemeClr val="dk2"/>
              </a:solidFill>
              <a:latin typeface="Times New Roman"/>
              <a:ea typeface="Times New Roman"/>
              <a:cs typeface="Times New Roman"/>
              <a:sym typeface="Times New Roman"/>
            </a:endParaRPr>
          </a:p>
          <a:p>
            <a:pPr marL="571500" marR="0" lvl="0" indent="-571500" algn="l" rtl="0">
              <a:lnSpc>
                <a:spcPct val="100000"/>
              </a:lnSpc>
              <a:spcBef>
                <a:spcPts val="0"/>
              </a:spcBef>
              <a:spcAft>
                <a:spcPts val="0"/>
              </a:spcAft>
              <a:buClr>
                <a:schemeClr val="dk2"/>
              </a:buClr>
              <a:buSzPts val="4200"/>
              <a:buFont typeface="Courier New"/>
              <a:buChar char="o"/>
            </a:pPr>
            <a:r>
              <a:rPr lang="es-CL" sz="4200" b="1" dirty="0">
                <a:solidFill>
                  <a:srgbClr val="575F6D"/>
                </a:solidFill>
                <a:latin typeface="Times New Roman"/>
                <a:ea typeface="Times New Roman"/>
                <a:cs typeface="Times New Roman"/>
                <a:sym typeface="Times New Roman"/>
              </a:rPr>
              <a:t>Ignacio Andrés Pérez Flores</a:t>
            </a:r>
            <a:r>
              <a:rPr lang="es-CL" sz="4200" b="1" cap="small" dirty="0">
                <a:solidFill>
                  <a:schemeClr val="dk2"/>
                </a:solidFill>
                <a:latin typeface="Times New Roman"/>
                <a:ea typeface="Times New Roman"/>
                <a:cs typeface="Times New Roman"/>
                <a:sym typeface="Times New Roman"/>
              </a:rPr>
              <a:t>:</a:t>
            </a:r>
            <a:r>
              <a:rPr lang="es-CL" sz="4200" b="1" i="0" u="none" strike="noStrike" cap="small" dirty="0">
                <a:solidFill>
                  <a:schemeClr val="dk2"/>
                </a:solidFill>
                <a:latin typeface="Times New Roman"/>
                <a:ea typeface="Times New Roman"/>
                <a:cs typeface="Times New Roman"/>
                <a:sym typeface="Times New Roman"/>
              </a:rPr>
              <a:t> </a:t>
            </a:r>
            <a:endParaRPr sz="1400" b="0" i="0" u="none" strike="noStrike" cap="none" dirty="0">
              <a:solidFill>
                <a:srgbClr val="000000"/>
              </a:solidFill>
              <a:latin typeface="Arial"/>
              <a:ea typeface="Arial"/>
              <a:cs typeface="Arial"/>
              <a:sym typeface="Arial"/>
            </a:endParaRPr>
          </a:p>
          <a:p>
            <a:pPr marL="4653381" marR="0" lvl="5" indent="-571500" algn="l" rtl="0">
              <a:lnSpc>
                <a:spcPct val="100000"/>
              </a:lnSpc>
              <a:spcBef>
                <a:spcPts val="0"/>
              </a:spcBef>
              <a:spcAft>
                <a:spcPts val="0"/>
              </a:spcAft>
              <a:buClr>
                <a:schemeClr val="dk1"/>
              </a:buClr>
              <a:buSzPts val="4200"/>
              <a:buFont typeface="Arial"/>
              <a:buChar char="•"/>
            </a:pPr>
            <a:r>
              <a:rPr lang="es-CL" sz="4200" b="1" i="0" u="none" strike="noStrike" cap="small" dirty="0">
                <a:solidFill>
                  <a:schemeClr val="dk1"/>
                </a:solidFill>
                <a:latin typeface="Times New Roman"/>
                <a:ea typeface="Times New Roman"/>
                <a:cs typeface="Times New Roman"/>
                <a:sym typeface="Times New Roman"/>
              </a:rPr>
              <a:t>Desarrollo PHP y SQL</a:t>
            </a:r>
            <a:endParaRPr sz="1400" b="0" i="0" u="none" strike="noStrike" cap="none" dirty="0">
              <a:solidFill>
                <a:srgbClr val="000000"/>
              </a:solidFill>
              <a:latin typeface="Arial"/>
              <a:ea typeface="Arial"/>
              <a:cs typeface="Arial"/>
              <a:sym typeface="Arial"/>
            </a:endParaRPr>
          </a:p>
          <a:p>
            <a:pPr marL="571500" marR="0" lvl="0" indent="-304800" algn="l" rtl="0">
              <a:lnSpc>
                <a:spcPct val="100000"/>
              </a:lnSpc>
              <a:spcBef>
                <a:spcPts val="0"/>
              </a:spcBef>
              <a:spcAft>
                <a:spcPts val="0"/>
              </a:spcAft>
              <a:buClr>
                <a:schemeClr val="dk1"/>
              </a:buClr>
              <a:buSzPts val="4200"/>
              <a:buFont typeface="Arial"/>
              <a:buNone/>
            </a:pPr>
            <a:endParaRPr sz="4200" b="1" i="0" u="none" strike="noStrike" cap="small" dirty="0">
              <a:solidFill>
                <a:schemeClr val="dk2"/>
              </a:solidFill>
              <a:latin typeface="Times New Roman"/>
              <a:ea typeface="Times New Roman"/>
              <a:cs typeface="Times New Roman"/>
              <a:sym typeface="Times New Roman"/>
            </a:endParaRPr>
          </a:p>
          <a:p>
            <a:pPr marL="571500" marR="0" lvl="0" indent="-571500" algn="l" rtl="0">
              <a:lnSpc>
                <a:spcPct val="100000"/>
              </a:lnSpc>
              <a:spcBef>
                <a:spcPts val="0"/>
              </a:spcBef>
              <a:spcAft>
                <a:spcPts val="0"/>
              </a:spcAft>
              <a:buClr>
                <a:schemeClr val="dk2"/>
              </a:buClr>
              <a:buSzPts val="4200"/>
              <a:buFont typeface="Courier New"/>
              <a:buChar char="o"/>
            </a:pPr>
            <a:r>
              <a:rPr lang="es-CL" sz="4200" b="1" i="0" u="none" strike="noStrike" cap="small" dirty="0">
                <a:solidFill>
                  <a:schemeClr val="dk2"/>
                </a:solidFill>
                <a:latin typeface="Times New Roman"/>
                <a:ea typeface="Times New Roman"/>
                <a:cs typeface="Times New Roman"/>
                <a:sym typeface="Times New Roman"/>
              </a:rPr>
              <a:t>Jen Pierr Cieza Días:</a:t>
            </a:r>
            <a:endParaRPr sz="1400" b="0" i="0" u="none" strike="noStrike" cap="none" dirty="0">
              <a:solidFill>
                <a:srgbClr val="000000"/>
              </a:solidFill>
              <a:latin typeface="Arial"/>
              <a:ea typeface="Arial"/>
              <a:cs typeface="Arial"/>
              <a:sym typeface="Arial"/>
            </a:endParaRPr>
          </a:p>
          <a:p>
            <a:pPr marL="4653381" marR="0" lvl="5" indent="-571500" algn="l" rtl="0">
              <a:lnSpc>
                <a:spcPct val="100000"/>
              </a:lnSpc>
              <a:spcBef>
                <a:spcPts val="0"/>
              </a:spcBef>
              <a:spcAft>
                <a:spcPts val="0"/>
              </a:spcAft>
              <a:buClr>
                <a:schemeClr val="dk1"/>
              </a:buClr>
              <a:buSzPts val="4200"/>
              <a:buFont typeface="Arial"/>
              <a:buChar char="•"/>
            </a:pPr>
            <a:r>
              <a:rPr lang="es-CL" sz="4200" b="1" i="0" u="none" strike="noStrike" cap="small" dirty="0">
                <a:solidFill>
                  <a:schemeClr val="dk1"/>
                </a:solidFill>
                <a:latin typeface="Times New Roman"/>
                <a:ea typeface="Arial"/>
                <a:cs typeface="Times New Roman"/>
                <a:sym typeface="Times New Roman"/>
              </a:rPr>
              <a:t>Analista funcional</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g74fbc8c0f7_0_162"/>
          <p:cNvSpPr txBox="1">
            <a:spLocks noGrp="1"/>
          </p:cNvSpPr>
          <p:nvPr>
            <p:ph type="title"/>
          </p:nvPr>
        </p:nvSpPr>
        <p:spPr>
          <a:xfrm>
            <a:off x="914400" y="1099993"/>
            <a:ext cx="14935201" cy="10260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SzPts val="1800"/>
              <a:buNone/>
            </a:pPr>
            <a:r>
              <a:rPr lang="es-CL" sz="4200"/>
              <a:t>Propósito del Cliente</a:t>
            </a:r>
            <a:endParaRPr sz="4200"/>
          </a:p>
        </p:txBody>
      </p:sp>
      <p:sp>
        <p:nvSpPr>
          <p:cNvPr id="163" name="Google Shape;163;g74fbc8c0f7_0_162"/>
          <p:cNvSpPr txBox="1">
            <a:spLocks noGrp="1"/>
          </p:cNvSpPr>
          <p:nvPr>
            <p:ph type="body" idx="1"/>
          </p:nvPr>
        </p:nvSpPr>
        <p:spPr>
          <a:xfrm>
            <a:off x="914400" y="3046126"/>
            <a:ext cx="14935201" cy="6017100"/>
          </a:xfrm>
          <a:prstGeom prst="rect">
            <a:avLst/>
          </a:prstGeom>
          <a:noFill/>
          <a:ln>
            <a:noFill/>
          </a:ln>
        </p:spPr>
        <p:txBody>
          <a:bodyPr spcFirstLastPara="1" wrap="square" lIns="91425" tIns="45700" rIns="91425" bIns="45700" anchor="t" anchorCtr="0">
            <a:noAutofit/>
          </a:bodyPr>
          <a:lstStyle/>
          <a:p>
            <a:pPr marL="868625" lvl="0" indent="45774" algn="l" rtl="0">
              <a:lnSpc>
                <a:spcPct val="100000"/>
              </a:lnSpc>
              <a:spcBef>
                <a:spcPts val="900"/>
              </a:spcBef>
              <a:spcAft>
                <a:spcPts val="0"/>
              </a:spcAft>
              <a:buSzPts val="1260"/>
              <a:buNone/>
            </a:pPr>
            <a:endParaRPr sz="2800">
              <a:latin typeface="Times New Roman"/>
              <a:ea typeface="Times New Roman"/>
              <a:cs typeface="Times New Roman"/>
              <a:sym typeface="Times New Roman"/>
            </a:endParaRPr>
          </a:p>
          <a:p>
            <a:pPr marL="868625" lvl="0" indent="45772" algn="l" rtl="0">
              <a:lnSpc>
                <a:spcPct val="100000"/>
              </a:lnSpc>
              <a:spcBef>
                <a:spcPts val="900"/>
              </a:spcBef>
              <a:spcAft>
                <a:spcPts val="0"/>
              </a:spcAft>
              <a:buSzPts val="1260"/>
              <a:buNone/>
            </a:pPr>
            <a:endParaRPr sz="2800">
              <a:latin typeface="Times New Roman"/>
              <a:ea typeface="Times New Roman"/>
              <a:cs typeface="Times New Roman"/>
              <a:sym typeface="Times New Roman"/>
            </a:endParaRPr>
          </a:p>
          <a:p>
            <a:pPr marL="62230" marR="476250" lvl="0" indent="-62230" algn="ctr" rtl="0">
              <a:lnSpc>
                <a:spcPct val="150000"/>
              </a:lnSpc>
              <a:spcBef>
                <a:spcPts val="300"/>
              </a:spcBef>
              <a:spcAft>
                <a:spcPts val="0"/>
              </a:spcAft>
              <a:buClr>
                <a:schemeClr val="dk1"/>
              </a:buClr>
              <a:buSzPts val="1100"/>
              <a:buFont typeface="Arial"/>
              <a:buNone/>
            </a:pPr>
            <a:endParaRPr sz="2800">
              <a:latin typeface="Times New Roman"/>
              <a:ea typeface="Times New Roman"/>
              <a:cs typeface="Times New Roman"/>
              <a:sym typeface="Times New Roman"/>
            </a:endParaRPr>
          </a:p>
          <a:p>
            <a:pPr marL="62230" marR="476250" lvl="0" indent="-62230" algn="ctr" rtl="0">
              <a:lnSpc>
                <a:spcPct val="150000"/>
              </a:lnSpc>
              <a:spcBef>
                <a:spcPts val="300"/>
              </a:spcBef>
              <a:spcAft>
                <a:spcPts val="0"/>
              </a:spcAft>
              <a:buClr>
                <a:schemeClr val="dk1"/>
              </a:buClr>
              <a:buSzPts val="1100"/>
              <a:buFont typeface="Arial"/>
              <a:buNone/>
            </a:pPr>
            <a:r>
              <a:rPr lang="es-CL" sz="2800">
                <a:latin typeface="Times New Roman"/>
                <a:ea typeface="Times New Roman"/>
                <a:cs typeface="Times New Roman"/>
                <a:sym typeface="Times New Roman"/>
              </a:rPr>
              <a:t>El cliente posee un restobar el cual presenta pérdidas registradas desde su apertura por merma de productos (específicamente por venta fuera de registro por parte de los garzones). Por lo cual toma la determinación de crear un sistema adaptado a sus requerimientos para tener un control de ingreso y salida de su mercadería. </a:t>
            </a:r>
            <a:endParaRPr sz="2800">
              <a:latin typeface="Times New Roman"/>
              <a:ea typeface="Times New Roman"/>
              <a:cs typeface="Times New Roman"/>
              <a:sym typeface="Times New Roman"/>
            </a:endParaRPr>
          </a:p>
          <a:p>
            <a:pPr marL="868625" lvl="0" indent="45774" algn="l" rtl="0">
              <a:lnSpc>
                <a:spcPct val="100000"/>
              </a:lnSpc>
              <a:spcBef>
                <a:spcPts val="900"/>
              </a:spcBef>
              <a:spcAft>
                <a:spcPts val="0"/>
              </a:spcAft>
              <a:buSzPts val="1260"/>
              <a:buNone/>
            </a:pPr>
            <a:endParaRPr sz="2800">
              <a:latin typeface="Times New Roman"/>
              <a:ea typeface="Times New Roman"/>
              <a:cs typeface="Times New Roman"/>
              <a:sym typeface="Times New Roman"/>
            </a:endParaRPr>
          </a:p>
          <a:p>
            <a:pPr marL="0" lvl="0" indent="0" algn="l" rtl="0">
              <a:lnSpc>
                <a:spcPct val="100000"/>
              </a:lnSpc>
              <a:spcBef>
                <a:spcPts val="900"/>
              </a:spcBef>
              <a:spcAft>
                <a:spcPts val="0"/>
              </a:spcAft>
              <a:buSzPts val="1260"/>
              <a:buNone/>
            </a:pPr>
            <a:endParaRPr/>
          </a:p>
        </p:txBody>
      </p:sp>
      <p:pic>
        <p:nvPicPr>
          <p:cNvPr id="164" name="Google Shape;164;g74fbc8c0f7_0_162"/>
          <p:cNvPicPr preferRelativeResize="0"/>
          <p:nvPr/>
        </p:nvPicPr>
        <p:blipFill>
          <a:blip r:embed="rId3">
            <a:alphaModFix/>
          </a:blip>
          <a:stretch>
            <a:fillRect/>
          </a:stretch>
        </p:blipFill>
        <p:spPr>
          <a:xfrm>
            <a:off x="11738700" y="1100000"/>
            <a:ext cx="4286250" cy="31432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grpSp>
        <p:nvGrpSpPr>
          <p:cNvPr id="169" name="Google Shape;169;g74fbc8c0f7_0_13"/>
          <p:cNvGrpSpPr/>
          <p:nvPr/>
        </p:nvGrpSpPr>
        <p:grpSpPr>
          <a:xfrm>
            <a:off x="3095328" y="2682206"/>
            <a:ext cx="11199600" cy="7177633"/>
            <a:chOff x="0" y="131788"/>
            <a:chExt cx="11199600" cy="7177633"/>
          </a:xfrm>
        </p:grpSpPr>
        <p:sp>
          <p:nvSpPr>
            <p:cNvPr id="170" name="Google Shape;170;g74fbc8c0f7_0_13"/>
            <p:cNvSpPr/>
            <p:nvPr/>
          </p:nvSpPr>
          <p:spPr>
            <a:xfrm>
              <a:off x="0" y="131788"/>
              <a:ext cx="11199600" cy="543300"/>
            </a:xfrm>
            <a:prstGeom prst="roundRect">
              <a:avLst>
                <a:gd name="adj" fmla="val 16667"/>
              </a:avLst>
            </a:prstGeom>
            <a:solidFill>
              <a:srgbClr val="FD8535"/>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1" name="Google Shape;171;g74fbc8c0f7_0_13"/>
            <p:cNvSpPr txBox="1"/>
            <p:nvPr/>
          </p:nvSpPr>
          <p:spPr>
            <a:xfrm>
              <a:off x="26529" y="158317"/>
              <a:ext cx="11146500" cy="490500"/>
            </a:xfrm>
            <a:prstGeom prst="rect">
              <a:avLst/>
            </a:prstGeom>
            <a:noFill/>
            <a:ln>
              <a:noFill/>
            </a:ln>
          </p:spPr>
          <p:txBody>
            <a:bodyPr spcFirstLastPara="1" wrap="square" lIns="152400" tIns="152400" rIns="152400" bIns="152400" anchor="ctr" anchorCtr="0">
              <a:noAutofit/>
            </a:bodyPr>
            <a:lstStyle/>
            <a:p>
              <a:pPr marL="0" marR="0" lvl="0" indent="0" algn="l" rtl="0">
                <a:lnSpc>
                  <a:spcPct val="90000"/>
                </a:lnSpc>
                <a:spcBef>
                  <a:spcPts val="0"/>
                </a:spcBef>
                <a:spcAft>
                  <a:spcPts val="0"/>
                </a:spcAft>
                <a:buClr>
                  <a:srgbClr val="000000"/>
                </a:buClr>
                <a:buSzPts val="4000"/>
                <a:buFont typeface="Arial"/>
                <a:buNone/>
              </a:pPr>
              <a:r>
                <a:rPr lang="es-CL" sz="4000" b="0" i="0" u="none" strike="noStrike" cap="none">
                  <a:solidFill>
                    <a:schemeClr val="lt1"/>
                  </a:solidFill>
                  <a:latin typeface="Times New Roman"/>
                  <a:ea typeface="Times New Roman"/>
                  <a:cs typeface="Times New Roman"/>
                  <a:sym typeface="Times New Roman"/>
                </a:rPr>
                <a:t>General</a:t>
              </a:r>
              <a:endParaRPr sz="4000" b="0" i="0" u="none" strike="noStrike" cap="none">
                <a:solidFill>
                  <a:schemeClr val="lt1"/>
                </a:solidFill>
                <a:latin typeface="Times New Roman"/>
                <a:ea typeface="Times New Roman"/>
                <a:cs typeface="Times New Roman"/>
                <a:sym typeface="Times New Roman"/>
              </a:endParaRPr>
            </a:p>
          </p:txBody>
        </p:sp>
        <p:sp>
          <p:nvSpPr>
            <p:cNvPr id="172" name="Google Shape;172;g74fbc8c0f7_0_13"/>
            <p:cNvSpPr/>
            <p:nvPr/>
          </p:nvSpPr>
          <p:spPr>
            <a:xfrm>
              <a:off x="0" y="645894"/>
              <a:ext cx="11199600" cy="944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3" name="Google Shape;173;g74fbc8c0f7_0_13"/>
            <p:cNvSpPr txBox="1"/>
            <p:nvPr/>
          </p:nvSpPr>
          <p:spPr>
            <a:xfrm>
              <a:off x="0" y="645894"/>
              <a:ext cx="11199600" cy="944400"/>
            </a:xfrm>
            <a:prstGeom prst="rect">
              <a:avLst/>
            </a:prstGeom>
            <a:noFill/>
            <a:ln>
              <a:noFill/>
            </a:ln>
          </p:spPr>
          <p:txBody>
            <a:bodyPr spcFirstLastPara="1" wrap="square" lIns="355575" tIns="30475" rIns="170675" bIns="30475" anchor="t" anchorCtr="0">
              <a:noAutofit/>
            </a:bodyPr>
            <a:lstStyle/>
            <a:p>
              <a:pPr marL="228600" marR="0" lvl="1" indent="-228600" algn="just" rtl="0">
                <a:lnSpc>
                  <a:spcPct val="90000"/>
                </a:lnSpc>
                <a:spcBef>
                  <a:spcPts val="0"/>
                </a:spcBef>
                <a:spcAft>
                  <a:spcPts val="0"/>
                </a:spcAft>
                <a:buClr>
                  <a:schemeClr val="dk1"/>
                </a:buClr>
                <a:buSzPts val="2400"/>
                <a:buFont typeface="Times New Roman"/>
                <a:buChar char="•"/>
              </a:pPr>
              <a:r>
                <a:rPr lang="es-CL" sz="2400" b="0" i="0" u="none" strike="noStrike" cap="none">
                  <a:solidFill>
                    <a:schemeClr val="dk1"/>
                  </a:solidFill>
                  <a:latin typeface="Times New Roman"/>
                  <a:ea typeface="Times New Roman"/>
                  <a:cs typeface="Times New Roman"/>
                  <a:sym typeface="Times New Roman"/>
                </a:rPr>
                <a:t>Desarrollar un software </a:t>
              </a:r>
              <a:r>
                <a:rPr lang="es-CL" sz="2400">
                  <a:solidFill>
                    <a:schemeClr val="dk1"/>
                  </a:solidFill>
                  <a:latin typeface="Times New Roman"/>
                  <a:ea typeface="Times New Roman"/>
                  <a:cs typeface="Times New Roman"/>
                  <a:sym typeface="Times New Roman"/>
                </a:rPr>
                <a:t>MVC (Modelo Vista Controlador)</a:t>
              </a:r>
              <a:r>
                <a:rPr lang="es-CL" sz="2400" b="0" i="0" u="none" strike="noStrike" cap="none">
                  <a:solidFill>
                    <a:schemeClr val="dk1"/>
                  </a:solidFill>
                  <a:latin typeface="Times New Roman"/>
                  <a:ea typeface="Times New Roman"/>
                  <a:cs typeface="Times New Roman"/>
                  <a:sym typeface="Times New Roman"/>
                </a:rPr>
                <a:t> que permita </a:t>
              </a:r>
              <a:r>
                <a:rPr lang="es-CL" sz="2400">
                  <a:solidFill>
                    <a:schemeClr val="dk1"/>
                  </a:solidFill>
                  <a:latin typeface="Times New Roman"/>
                  <a:ea typeface="Times New Roman"/>
                  <a:cs typeface="Times New Roman"/>
                  <a:sym typeface="Times New Roman"/>
                </a:rPr>
                <a:t>gestionar</a:t>
              </a:r>
              <a:r>
                <a:rPr lang="es-CL" sz="2400" b="0" i="0" u="none" strike="noStrike" cap="none">
                  <a:solidFill>
                    <a:schemeClr val="dk1"/>
                  </a:solidFill>
                  <a:latin typeface="Times New Roman"/>
                  <a:ea typeface="Times New Roman"/>
                  <a:cs typeface="Times New Roman"/>
                  <a:sym typeface="Times New Roman"/>
                </a:rPr>
                <a:t> </a:t>
              </a:r>
              <a:r>
                <a:rPr lang="es-CL" sz="2400">
                  <a:solidFill>
                    <a:schemeClr val="dk1"/>
                  </a:solidFill>
                  <a:latin typeface="Times New Roman"/>
                  <a:ea typeface="Times New Roman"/>
                  <a:cs typeface="Times New Roman"/>
                  <a:sym typeface="Times New Roman"/>
                </a:rPr>
                <a:t>y monitorear ventas y garzones</a:t>
              </a:r>
              <a:r>
                <a:rPr lang="es-CL" sz="2400" b="0" i="0" u="none" strike="noStrike" cap="none">
                  <a:solidFill>
                    <a:schemeClr val="dk1"/>
                  </a:solidFill>
                  <a:latin typeface="Times New Roman"/>
                  <a:ea typeface="Times New Roman"/>
                  <a:cs typeface="Times New Roman"/>
                  <a:sym typeface="Times New Roman"/>
                </a:rPr>
                <a:t> de la empresa “Restobar X”</a:t>
              </a:r>
              <a:endParaRPr sz="2400" b="0" i="0" u="none" strike="noStrike" cap="none">
                <a:solidFill>
                  <a:schemeClr val="dk1"/>
                </a:solidFill>
                <a:latin typeface="Times New Roman"/>
                <a:ea typeface="Times New Roman"/>
                <a:cs typeface="Times New Roman"/>
                <a:sym typeface="Times New Roman"/>
              </a:endParaRPr>
            </a:p>
          </p:txBody>
        </p:sp>
        <p:sp>
          <p:nvSpPr>
            <p:cNvPr id="174" name="Google Shape;174;g74fbc8c0f7_0_13"/>
            <p:cNvSpPr/>
            <p:nvPr/>
          </p:nvSpPr>
          <p:spPr>
            <a:xfrm>
              <a:off x="76566" y="1766049"/>
              <a:ext cx="11046600" cy="669300"/>
            </a:xfrm>
            <a:prstGeom prst="roundRect">
              <a:avLst>
                <a:gd name="adj" fmla="val 16667"/>
              </a:avLst>
            </a:prstGeom>
            <a:solidFill>
              <a:srgbClr val="FD8535"/>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5" name="Google Shape;175;g74fbc8c0f7_0_13"/>
            <p:cNvSpPr txBox="1"/>
            <p:nvPr/>
          </p:nvSpPr>
          <p:spPr>
            <a:xfrm>
              <a:off x="109241" y="1798724"/>
              <a:ext cx="10981200" cy="603900"/>
            </a:xfrm>
            <a:prstGeom prst="rect">
              <a:avLst/>
            </a:prstGeom>
            <a:noFill/>
            <a:ln>
              <a:noFill/>
            </a:ln>
          </p:spPr>
          <p:txBody>
            <a:bodyPr spcFirstLastPara="1" wrap="square" lIns="152400" tIns="152400" rIns="152400" bIns="152400" anchor="ctr" anchorCtr="0">
              <a:noAutofit/>
            </a:bodyPr>
            <a:lstStyle/>
            <a:p>
              <a:pPr marL="0" marR="0" lvl="0" indent="0" algn="l" rtl="0">
                <a:lnSpc>
                  <a:spcPct val="90000"/>
                </a:lnSpc>
                <a:spcBef>
                  <a:spcPts val="0"/>
                </a:spcBef>
                <a:spcAft>
                  <a:spcPts val="0"/>
                </a:spcAft>
                <a:buClr>
                  <a:srgbClr val="000000"/>
                </a:buClr>
                <a:buSzPts val="4000"/>
                <a:buFont typeface="Arial"/>
                <a:buNone/>
              </a:pPr>
              <a:r>
                <a:rPr lang="es-CL" sz="4000" b="0" i="0" u="none" strike="noStrike" cap="none">
                  <a:solidFill>
                    <a:schemeClr val="lt1"/>
                  </a:solidFill>
                  <a:latin typeface="Times New Roman"/>
                  <a:ea typeface="Times New Roman"/>
                  <a:cs typeface="Times New Roman"/>
                  <a:sym typeface="Times New Roman"/>
                </a:rPr>
                <a:t>Específico</a:t>
              </a:r>
              <a:endParaRPr sz="4000" b="0" i="0" u="none" strike="noStrike" cap="none">
                <a:solidFill>
                  <a:schemeClr val="lt1"/>
                </a:solidFill>
                <a:latin typeface="Times New Roman"/>
                <a:ea typeface="Times New Roman"/>
                <a:cs typeface="Times New Roman"/>
                <a:sym typeface="Times New Roman"/>
              </a:endParaRPr>
            </a:p>
          </p:txBody>
        </p:sp>
        <p:sp>
          <p:nvSpPr>
            <p:cNvPr id="176" name="Google Shape;176;g74fbc8c0f7_0_13"/>
            <p:cNvSpPr/>
            <p:nvPr/>
          </p:nvSpPr>
          <p:spPr>
            <a:xfrm>
              <a:off x="0" y="2453921"/>
              <a:ext cx="11199600" cy="4855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7" name="Google Shape;177;g74fbc8c0f7_0_13"/>
            <p:cNvSpPr txBox="1"/>
            <p:nvPr/>
          </p:nvSpPr>
          <p:spPr>
            <a:xfrm>
              <a:off x="0" y="2453921"/>
              <a:ext cx="11199600" cy="4855500"/>
            </a:xfrm>
            <a:prstGeom prst="rect">
              <a:avLst/>
            </a:prstGeom>
            <a:noFill/>
            <a:ln>
              <a:noFill/>
            </a:ln>
          </p:spPr>
          <p:txBody>
            <a:bodyPr spcFirstLastPara="1" wrap="square" lIns="355575" tIns="30475" rIns="170675" bIns="30475" anchor="t" anchorCtr="0">
              <a:noAutofit/>
            </a:bodyPr>
            <a:lstStyle/>
            <a:p>
              <a:pPr marL="228600" marR="0" lvl="1" indent="-228600" algn="just" rtl="0">
                <a:lnSpc>
                  <a:spcPct val="90000"/>
                </a:lnSpc>
                <a:spcBef>
                  <a:spcPts val="0"/>
                </a:spcBef>
                <a:spcAft>
                  <a:spcPts val="0"/>
                </a:spcAft>
                <a:buClr>
                  <a:schemeClr val="dk1"/>
                </a:buClr>
                <a:buSzPts val="2400"/>
                <a:buFont typeface="Times New Roman"/>
                <a:buChar char="•"/>
              </a:pPr>
              <a:r>
                <a:rPr lang="es-CL" sz="2400" b="0" i="0" u="none" strike="noStrike" cap="none">
                  <a:solidFill>
                    <a:schemeClr val="dk1"/>
                  </a:solidFill>
                  <a:latin typeface="Times New Roman"/>
                  <a:ea typeface="Times New Roman"/>
                  <a:cs typeface="Times New Roman"/>
                  <a:sym typeface="Times New Roman"/>
                </a:rPr>
                <a:t>Desarrollar módulos del sistema que </a:t>
              </a:r>
              <a:r>
                <a:rPr lang="es-CL" sz="2400">
                  <a:solidFill>
                    <a:schemeClr val="dk1"/>
                  </a:solidFill>
                  <a:latin typeface="Times New Roman"/>
                  <a:ea typeface="Times New Roman"/>
                  <a:cs typeface="Times New Roman"/>
                  <a:sym typeface="Times New Roman"/>
                </a:rPr>
                <a:t>permitan gestionar</a:t>
              </a:r>
              <a:r>
                <a:rPr lang="es-CL" sz="2400" b="0" i="0" u="none" strike="noStrike" cap="none">
                  <a:solidFill>
                    <a:schemeClr val="dk1"/>
                  </a:solidFill>
                  <a:latin typeface="Times New Roman"/>
                  <a:ea typeface="Times New Roman"/>
                  <a:cs typeface="Times New Roman"/>
                  <a:sym typeface="Times New Roman"/>
                </a:rPr>
                <a:t> los procedimientos de  venta de la empresa “ Restobar X” </a:t>
              </a:r>
              <a:endParaRPr sz="2400" b="0" i="0" u="none" strike="noStrike" cap="none">
                <a:solidFill>
                  <a:schemeClr val="dk1"/>
                </a:solidFill>
                <a:latin typeface="Times New Roman"/>
                <a:ea typeface="Times New Roman"/>
                <a:cs typeface="Times New Roman"/>
                <a:sym typeface="Times New Roman"/>
              </a:endParaRPr>
            </a:p>
            <a:p>
              <a:pPr marL="914400" marR="0" lvl="0" indent="0" algn="just" rtl="0">
                <a:lnSpc>
                  <a:spcPct val="90000"/>
                </a:lnSpc>
                <a:spcBef>
                  <a:spcPts val="0"/>
                </a:spcBef>
                <a:spcAft>
                  <a:spcPts val="0"/>
                </a:spcAft>
                <a:buNone/>
              </a:pPr>
              <a:endParaRPr sz="2400">
                <a:solidFill>
                  <a:schemeClr val="dk1"/>
                </a:solidFill>
                <a:latin typeface="Times New Roman"/>
                <a:ea typeface="Times New Roman"/>
                <a:cs typeface="Times New Roman"/>
                <a:sym typeface="Times New Roman"/>
              </a:endParaRPr>
            </a:p>
            <a:p>
              <a:pPr marL="228600" marR="0" lvl="1" indent="-228600" algn="just" rtl="0">
                <a:lnSpc>
                  <a:spcPct val="90000"/>
                </a:lnSpc>
                <a:spcBef>
                  <a:spcPts val="480"/>
                </a:spcBef>
                <a:spcAft>
                  <a:spcPts val="0"/>
                </a:spcAft>
                <a:buClr>
                  <a:schemeClr val="dk1"/>
                </a:buClr>
                <a:buSzPts val="2400"/>
                <a:buFont typeface="Times New Roman"/>
                <a:buChar char="•"/>
              </a:pPr>
              <a:r>
                <a:rPr lang="es-CL" sz="2400" b="0" i="0" u="none" strike="noStrike" cap="none">
                  <a:solidFill>
                    <a:schemeClr val="dk1"/>
                  </a:solidFill>
                  <a:latin typeface="Times New Roman"/>
                  <a:ea typeface="Times New Roman"/>
                  <a:cs typeface="Times New Roman"/>
                  <a:sym typeface="Times New Roman"/>
                </a:rPr>
                <a:t>Implementar un panel de control de permisos de acceso para tipos de usuario que mejoren la seguridad de la información.</a:t>
              </a:r>
              <a:endParaRPr sz="2400" b="0" i="0" u="none" strike="noStrike" cap="none">
                <a:solidFill>
                  <a:schemeClr val="dk1"/>
                </a:solidFill>
                <a:latin typeface="Times New Roman"/>
                <a:ea typeface="Times New Roman"/>
                <a:cs typeface="Times New Roman"/>
                <a:sym typeface="Times New Roman"/>
              </a:endParaRPr>
            </a:p>
            <a:p>
              <a:pPr marL="914400" marR="0" lvl="0" indent="0" algn="just" rtl="0">
                <a:lnSpc>
                  <a:spcPct val="90000"/>
                </a:lnSpc>
                <a:spcBef>
                  <a:spcPts val="480"/>
                </a:spcBef>
                <a:spcAft>
                  <a:spcPts val="0"/>
                </a:spcAft>
                <a:buNone/>
              </a:pPr>
              <a:endParaRPr sz="2400">
                <a:solidFill>
                  <a:schemeClr val="dk1"/>
                </a:solidFill>
                <a:latin typeface="Times New Roman"/>
                <a:ea typeface="Times New Roman"/>
                <a:cs typeface="Times New Roman"/>
                <a:sym typeface="Times New Roman"/>
              </a:endParaRPr>
            </a:p>
            <a:p>
              <a:pPr marL="228600" marR="0" lvl="1" indent="-228600" algn="just" rtl="0">
                <a:lnSpc>
                  <a:spcPct val="90000"/>
                </a:lnSpc>
                <a:spcBef>
                  <a:spcPts val="480"/>
                </a:spcBef>
                <a:spcAft>
                  <a:spcPts val="0"/>
                </a:spcAft>
                <a:buClr>
                  <a:schemeClr val="dk1"/>
                </a:buClr>
                <a:buSzPts val="2400"/>
                <a:buFont typeface="Times New Roman"/>
                <a:buChar char="•"/>
              </a:pPr>
              <a:r>
                <a:rPr lang="es-CL" sz="2400" b="0" i="0" u="none" strike="noStrike" cap="none">
                  <a:solidFill>
                    <a:schemeClr val="dk1"/>
                  </a:solidFill>
                  <a:latin typeface="Times New Roman"/>
                  <a:ea typeface="Times New Roman"/>
                  <a:cs typeface="Times New Roman"/>
                  <a:sym typeface="Times New Roman"/>
                </a:rPr>
                <a:t>Implementar una base de datos que permita registrar la información del sistema de gestión.</a:t>
              </a:r>
              <a:endParaRPr sz="2400" b="0" i="0" u="none" strike="noStrike" cap="none">
                <a:solidFill>
                  <a:schemeClr val="dk1"/>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chemeClr val="dk1"/>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chemeClr val="dk1"/>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chemeClr val="dk1"/>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rgbClr val="FF0000"/>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rgbClr val="FF0000"/>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rgbClr val="FF0000"/>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rgbClr val="FF0000"/>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rgbClr val="FF0000"/>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rgbClr val="FF0000"/>
                </a:solidFill>
                <a:latin typeface="Times New Roman"/>
                <a:ea typeface="Times New Roman"/>
                <a:cs typeface="Times New Roman"/>
                <a:sym typeface="Times New Roman"/>
              </a:endParaRPr>
            </a:p>
          </p:txBody>
        </p:sp>
      </p:grpSp>
      <p:sp>
        <p:nvSpPr>
          <p:cNvPr id="178" name="Google Shape;178;g74fbc8c0f7_0_13"/>
          <p:cNvSpPr txBox="1">
            <a:spLocks noGrp="1"/>
          </p:cNvSpPr>
          <p:nvPr>
            <p:ph type="title"/>
          </p:nvPr>
        </p:nvSpPr>
        <p:spPr>
          <a:xfrm>
            <a:off x="914400" y="1099993"/>
            <a:ext cx="14935201" cy="10260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4200"/>
              <a:buFont typeface="Times New Roman"/>
              <a:buNone/>
            </a:pPr>
            <a:r>
              <a:rPr lang="es-CL" sz="4200" b="1">
                <a:latin typeface="Times New Roman"/>
                <a:ea typeface="Times New Roman"/>
                <a:cs typeface="Times New Roman"/>
                <a:sym typeface="Times New Roman"/>
              </a:rPr>
              <a:t>objetivos</a:t>
            </a:r>
            <a:endParaRPr/>
          </a:p>
        </p:txBody>
      </p:sp>
      <p:pic>
        <p:nvPicPr>
          <p:cNvPr id="179" name="Google Shape;179;g74fbc8c0f7_0_13"/>
          <p:cNvPicPr preferRelativeResize="0"/>
          <p:nvPr/>
        </p:nvPicPr>
        <p:blipFill>
          <a:blip r:embed="rId3">
            <a:alphaModFix/>
          </a:blip>
          <a:stretch>
            <a:fillRect/>
          </a:stretch>
        </p:blipFill>
        <p:spPr>
          <a:xfrm>
            <a:off x="10929075" y="443175"/>
            <a:ext cx="3365850" cy="20091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grpSp>
        <p:nvGrpSpPr>
          <p:cNvPr id="184" name="Google Shape;184;p7"/>
          <p:cNvGrpSpPr/>
          <p:nvPr/>
        </p:nvGrpSpPr>
        <p:grpSpPr>
          <a:xfrm>
            <a:off x="3095328" y="2707911"/>
            <a:ext cx="11199671" cy="7151815"/>
            <a:chOff x="0" y="157493"/>
            <a:chExt cx="11199671" cy="7151815"/>
          </a:xfrm>
        </p:grpSpPr>
        <p:sp>
          <p:nvSpPr>
            <p:cNvPr id="185" name="Google Shape;185;p7"/>
            <p:cNvSpPr/>
            <p:nvPr/>
          </p:nvSpPr>
          <p:spPr>
            <a:xfrm>
              <a:off x="0" y="157493"/>
              <a:ext cx="11199671" cy="668744"/>
            </a:xfrm>
            <a:prstGeom prst="roundRect">
              <a:avLst>
                <a:gd name="adj" fmla="val 16667"/>
              </a:avLst>
            </a:prstGeom>
            <a:solidFill>
              <a:srgbClr val="FD8535"/>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6" name="Google Shape;186;p7"/>
            <p:cNvSpPr txBox="1"/>
            <p:nvPr/>
          </p:nvSpPr>
          <p:spPr>
            <a:xfrm>
              <a:off x="32645" y="190138"/>
              <a:ext cx="11134381" cy="603454"/>
            </a:xfrm>
            <a:prstGeom prst="rect">
              <a:avLst/>
            </a:prstGeom>
            <a:noFill/>
            <a:ln>
              <a:noFill/>
            </a:ln>
          </p:spPr>
          <p:txBody>
            <a:bodyPr spcFirstLastPara="1" wrap="square" lIns="152400" tIns="152400" rIns="152400" bIns="152400" anchor="ctr" anchorCtr="0">
              <a:noAutofit/>
            </a:bodyPr>
            <a:lstStyle/>
            <a:p>
              <a:pPr marL="0" marR="0" lvl="0" indent="0" algn="l" rtl="0">
                <a:lnSpc>
                  <a:spcPct val="90000"/>
                </a:lnSpc>
                <a:spcBef>
                  <a:spcPts val="0"/>
                </a:spcBef>
                <a:spcAft>
                  <a:spcPts val="0"/>
                </a:spcAft>
                <a:buClr>
                  <a:schemeClr val="lt1"/>
                </a:buClr>
                <a:buSzPts val="4000"/>
                <a:buFont typeface="Times New Roman"/>
                <a:buNone/>
              </a:pPr>
              <a:r>
                <a:rPr lang="es-CL" sz="4000" b="0" i="0" u="none" strike="noStrike" cap="none">
                  <a:solidFill>
                    <a:schemeClr val="lt1"/>
                  </a:solidFill>
                  <a:latin typeface="Times New Roman"/>
                  <a:ea typeface="Times New Roman"/>
                  <a:cs typeface="Times New Roman"/>
                  <a:sym typeface="Times New Roman"/>
                </a:rPr>
                <a:t>Principal</a:t>
              </a:r>
              <a:endParaRPr sz="1400" b="0" i="0" u="none" strike="noStrike" cap="none">
                <a:solidFill>
                  <a:srgbClr val="000000"/>
                </a:solidFill>
                <a:latin typeface="Arial"/>
                <a:ea typeface="Arial"/>
                <a:cs typeface="Arial"/>
                <a:sym typeface="Arial"/>
              </a:endParaRPr>
            </a:p>
          </p:txBody>
        </p:sp>
        <p:sp>
          <p:nvSpPr>
            <p:cNvPr id="187" name="Google Shape;187;p7"/>
            <p:cNvSpPr/>
            <p:nvPr/>
          </p:nvSpPr>
          <p:spPr>
            <a:xfrm>
              <a:off x="0" y="790131"/>
              <a:ext cx="11199671" cy="116216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8" name="Google Shape;188;p7"/>
            <p:cNvSpPr txBox="1"/>
            <p:nvPr/>
          </p:nvSpPr>
          <p:spPr>
            <a:xfrm>
              <a:off x="0" y="790131"/>
              <a:ext cx="11199671" cy="1162160"/>
            </a:xfrm>
            <a:prstGeom prst="rect">
              <a:avLst/>
            </a:prstGeom>
            <a:noFill/>
            <a:ln>
              <a:noFill/>
            </a:ln>
          </p:spPr>
          <p:txBody>
            <a:bodyPr spcFirstLastPara="1" wrap="square" lIns="355575" tIns="30475" rIns="170675" bIns="30475" anchor="t" anchorCtr="0">
              <a:noAutofit/>
            </a:bodyPr>
            <a:lstStyle/>
            <a:p>
              <a:pPr marL="914400" marR="0" lvl="0" indent="0" algn="just" rtl="0">
                <a:lnSpc>
                  <a:spcPct val="90000"/>
                </a:lnSpc>
                <a:spcBef>
                  <a:spcPts val="0"/>
                </a:spcBef>
                <a:spcAft>
                  <a:spcPts val="0"/>
                </a:spcAft>
                <a:buClr>
                  <a:srgbClr val="000000"/>
                </a:buClr>
                <a:buSzPts val="2400"/>
                <a:buFont typeface="Arial"/>
                <a:buNone/>
              </a:pPr>
              <a:endParaRPr sz="2400" b="0" i="0" u="none" strike="noStrike" cap="none">
                <a:solidFill>
                  <a:schemeClr val="dk1"/>
                </a:solidFill>
                <a:latin typeface="Times New Roman"/>
                <a:ea typeface="Times New Roman"/>
                <a:cs typeface="Times New Roman"/>
                <a:sym typeface="Times New Roman"/>
              </a:endParaRPr>
            </a:p>
            <a:p>
              <a:pPr marL="228600" marR="0" lvl="1" indent="-228600" algn="just" rtl="0">
                <a:lnSpc>
                  <a:spcPct val="90000"/>
                </a:lnSpc>
                <a:spcBef>
                  <a:spcPts val="0"/>
                </a:spcBef>
                <a:spcAft>
                  <a:spcPts val="0"/>
                </a:spcAft>
                <a:buClr>
                  <a:schemeClr val="dk1"/>
                </a:buClr>
                <a:buSzPts val="2400"/>
                <a:buFont typeface="Times New Roman"/>
                <a:buChar char="•"/>
              </a:pPr>
              <a:r>
                <a:rPr lang="es-CL" sz="2400" b="0" i="0" u="none" strike="noStrike" cap="none">
                  <a:solidFill>
                    <a:schemeClr val="dk1"/>
                  </a:solidFill>
                  <a:latin typeface="Times New Roman"/>
                  <a:ea typeface="Times New Roman"/>
                  <a:cs typeface="Times New Roman"/>
                  <a:sym typeface="Times New Roman"/>
                </a:rPr>
                <a:t>“RESTOBAR X.” Local no dispone de ningún contrato de servicio con algún ISP. </a:t>
              </a:r>
              <a:endParaRPr sz="1400" b="0" i="0" u="none" strike="noStrike" cap="none">
                <a:solidFill>
                  <a:srgbClr val="000000"/>
                </a:solidFill>
                <a:latin typeface="Arial"/>
                <a:ea typeface="Arial"/>
                <a:cs typeface="Arial"/>
                <a:sym typeface="Arial"/>
              </a:endParaRPr>
            </a:p>
          </p:txBody>
        </p:sp>
        <p:sp>
          <p:nvSpPr>
            <p:cNvPr id="189" name="Google Shape;189;p7"/>
            <p:cNvSpPr/>
            <p:nvPr/>
          </p:nvSpPr>
          <p:spPr>
            <a:xfrm>
              <a:off x="76566" y="2123736"/>
              <a:ext cx="11046538" cy="823679"/>
            </a:xfrm>
            <a:prstGeom prst="roundRect">
              <a:avLst>
                <a:gd name="adj" fmla="val 16667"/>
              </a:avLst>
            </a:prstGeom>
            <a:solidFill>
              <a:srgbClr val="FD8535"/>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0" name="Google Shape;190;p7"/>
            <p:cNvSpPr txBox="1"/>
            <p:nvPr/>
          </p:nvSpPr>
          <p:spPr>
            <a:xfrm>
              <a:off x="116775" y="2163945"/>
              <a:ext cx="10966120" cy="743261"/>
            </a:xfrm>
            <a:prstGeom prst="rect">
              <a:avLst/>
            </a:prstGeom>
            <a:noFill/>
            <a:ln>
              <a:noFill/>
            </a:ln>
          </p:spPr>
          <p:txBody>
            <a:bodyPr spcFirstLastPara="1" wrap="square" lIns="152400" tIns="152400" rIns="152400" bIns="152400" anchor="ctr" anchorCtr="0">
              <a:noAutofit/>
            </a:bodyPr>
            <a:lstStyle/>
            <a:p>
              <a:pPr marL="0" marR="0" lvl="0" indent="0" algn="l" rtl="0">
                <a:lnSpc>
                  <a:spcPct val="90000"/>
                </a:lnSpc>
                <a:spcBef>
                  <a:spcPts val="0"/>
                </a:spcBef>
                <a:spcAft>
                  <a:spcPts val="0"/>
                </a:spcAft>
                <a:buClr>
                  <a:schemeClr val="lt1"/>
                </a:buClr>
                <a:buSzPts val="4000"/>
                <a:buFont typeface="Times New Roman"/>
                <a:buNone/>
              </a:pPr>
              <a:r>
                <a:rPr lang="es-CL" sz="4000" b="0" i="0" u="none" strike="noStrike" cap="none">
                  <a:solidFill>
                    <a:schemeClr val="lt1"/>
                  </a:solidFill>
                  <a:latin typeface="Times New Roman"/>
                  <a:ea typeface="Times New Roman"/>
                  <a:cs typeface="Times New Roman"/>
                  <a:sym typeface="Times New Roman"/>
                </a:rPr>
                <a:t>Específico</a:t>
              </a:r>
              <a:endParaRPr sz="1400" b="0" i="0" u="none" strike="noStrike" cap="none">
                <a:solidFill>
                  <a:srgbClr val="000000"/>
                </a:solidFill>
                <a:latin typeface="Arial"/>
                <a:ea typeface="Arial"/>
                <a:cs typeface="Arial"/>
                <a:sym typeface="Arial"/>
              </a:endParaRPr>
            </a:p>
          </p:txBody>
        </p:sp>
        <p:sp>
          <p:nvSpPr>
            <p:cNvPr id="191" name="Google Shape;191;p7"/>
            <p:cNvSpPr/>
            <p:nvPr/>
          </p:nvSpPr>
          <p:spPr>
            <a:xfrm>
              <a:off x="0" y="3010337"/>
              <a:ext cx="11199671" cy="4298971"/>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2" name="Google Shape;192;p7"/>
            <p:cNvSpPr txBox="1"/>
            <p:nvPr/>
          </p:nvSpPr>
          <p:spPr>
            <a:xfrm>
              <a:off x="0" y="3010337"/>
              <a:ext cx="11199671" cy="4298971"/>
            </a:xfrm>
            <a:prstGeom prst="rect">
              <a:avLst/>
            </a:prstGeom>
            <a:noFill/>
            <a:ln>
              <a:noFill/>
            </a:ln>
          </p:spPr>
          <p:txBody>
            <a:bodyPr spcFirstLastPara="1" wrap="square" lIns="355575" tIns="30475" rIns="170675" bIns="30475" anchor="t" anchorCtr="0">
              <a:noAutofit/>
            </a:bodyPr>
            <a:lstStyle/>
            <a:p>
              <a:pPr marL="228600" marR="0" lvl="1" indent="-228600" algn="just" rtl="0">
                <a:lnSpc>
                  <a:spcPct val="90000"/>
                </a:lnSpc>
                <a:spcBef>
                  <a:spcPts val="0"/>
                </a:spcBef>
                <a:spcAft>
                  <a:spcPts val="0"/>
                </a:spcAft>
                <a:buClr>
                  <a:schemeClr val="dk1"/>
                </a:buClr>
                <a:buSzPts val="2400"/>
                <a:buFont typeface="Times New Roman"/>
                <a:buChar char="•"/>
              </a:pPr>
              <a:r>
                <a:rPr lang="es-CL" sz="2400" b="0" i="0" u="none" strike="noStrike" cap="none">
                  <a:solidFill>
                    <a:schemeClr val="dk1"/>
                  </a:solidFill>
                  <a:latin typeface="Times New Roman"/>
                  <a:ea typeface="Times New Roman"/>
                  <a:cs typeface="Times New Roman"/>
                  <a:sym typeface="Times New Roman"/>
                </a:rPr>
                <a:t>Garzones presentan un cierto grado de incertidumbre al cambio en la manera de atender al público general debido a su metodología de trabajo actual; por lo cual se analiza su forma de atención de cara al público para desarrollar el software, y este se ajuste a  su estructura de atención.</a:t>
              </a:r>
              <a:endParaRPr sz="2400" b="0" i="0" u="none" strike="noStrike" cap="none">
                <a:solidFill>
                  <a:schemeClr val="dk1"/>
                </a:solidFill>
                <a:latin typeface="Times New Roman"/>
                <a:ea typeface="Times New Roman"/>
                <a:cs typeface="Times New Roman"/>
                <a:sym typeface="Times New Roman"/>
              </a:endParaRPr>
            </a:p>
            <a:p>
              <a:pPr marL="914400" marR="0" lvl="0" indent="0" algn="just" rtl="0">
                <a:lnSpc>
                  <a:spcPct val="90000"/>
                </a:lnSpc>
                <a:spcBef>
                  <a:spcPts val="0"/>
                </a:spcBef>
                <a:spcAft>
                  <a:spcPts val="0"/>
                </a:spcAft>
                <a:buClr>
                  <a:srgbClr val="000000"/>
                </a:buClr>
                <a:buSzPts val="2400"/>
                <a:buFont typeface="Arial"/>
                <a:buNone/>
              </a:pPr>
              <a:endParaRPr sz="2400" b="0" i="0" u="none" strike="noStrike" cap="none">
                <a:solidFill>
                  <a:schemeClr val="dk1"/>
                </a:solidFill>
                <a:latin typeface="Times New Roman"/>
                <a:ea typeface="Times New Roman"/>
                <a:cs typeface="Times New Roman"/>
                <a:sym typeface="Times New Roman"/>
              </a:endParaRPr>
            </a:p>
            <a:p>
              <a:pPr marL="228600" marR="0" lvl="1" indent="-228600" algn="just" rtl="0">
                <a:lnSpc>
                  <a:spcPct val="90000"/>
                </a:lnSpc>
                <a:spcBef>
                  <a:spcPts val="480"/>
                </a:spcBef>
                <a:spcAft>
                  <a:spcPts val="0"/>
                </a:spcAft>
                <a:buClr>
                  <a:schemeClr val="dk1"/>
                </a:buClr>
                <a:buSzPts val="2400"/>
                <a:buFont typeface="Times New Roman"/>
                <a:buChar char="•"/>
              </a:pPr>
              <a:r>
                <a:rPr lang="es-CL" sz="2400" b="0" i="0" u="none" strike="noStrike" cap="none">
                  <a:solidFill>
                    <a:schemeClr val="dk1"/>
                  </a:solidFill>
                  <a:latin typeface="Times New Roman"/>
                  <a:ea typeface="Times New Roman"/>
                  <a:cs typeface="Times New Roman"/>
                  <a:sym typeface="Times New Roman"/>
                </a:rPr>
                <a:t>Negación de información contable para analizar y evaluar el proyecto. </a:t>
              </a:r>
              <a:endParaRPr sz="1400" b="0" i="0" u="none" strike="noStrike" cap="none">
                <a:solidFill>
                  <a:srgbClr val="000000"/>
                </a:solidFill>
                <a:latin typeface="Arial"/>
                <a:ea typeface="Arial"/>
                <a:cs typeface="Arial"/>
                <a:sym typeface="Arial"/>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chemeClr val="dk1"/>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chemeClr val="dk1"/>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chemeClr val="dk1"/>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rgbClr val="FF0000"/>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rgbClr val="FF0000"/>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rgbClr val="FF0000"/>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rgbClr val="FF0000"/>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rgbClr val="FF0000"/>
                </a:solidFill>
                <a:latin typeface="Times New Roman"/>
                <a:ea typeface="Times New Roman"/>
                <a:cs typeface="Times New Roman"/>
                <a:sym typeface="Times New Roman"/>
              </a:endParaRPr>
            </a:p>
            <a:p>
              <a:pPr marL="228600" marR="0" lvl="1" indent="-76200" algn="just" rtl="0">
                <a:lnSpc>
                  <a:spcPct val="90000"/>
                </a:lnSpc>
                <a:spcBef>
                  <a:spcPts val="480"/>
                </a:spcBef>
                <a:spcAft>
                  <a:spcPts val="0"/>
                </a:spcAft>
                <a:buClr>
                  <a:schemeClr val="dk1"/>
                </a:buClr>
                <a:buSzPts val="2400"/>
                <a:buFont typeface="Century Schoolbook"/>
                <a:buNone/>
              </a:pPr>
              <a:endParaRPr sz="2400" b="0" i="0" u="none" strike="noStrike" cap="none">
                <a:solidFill>
                  <a:srgbClr val="FF0000"/>
                </a:solidFill>
                <a:latin typeface="Times New Roman"/>
                <a:ea typeface="Times New Roman"/>
                <a:cs typeface="Times New Roman"/>
                <a:sym typeface="Times New Roman"/>
              </a:endParaRPr>
            </a:p>
          </p:txBody>
        </p:sp>
      </p:grpSp>
      <p:sp>
        <p:nvSpPr>
          <p:cNvPr id="193" name="Google Shape;193;p7"/>
          <p:cNvSpPr txBox="1">
            <a:spLocks noGrp="1"/>
          </p:cNvSpPr>
          <p:nvPr>
            <p:ph type="title"/>
          </p:nvPr>
        </p:nvSpPr>
        <p:spPr>
          <a:xfrm>
            <a:off x="914400" y="1099993"/>
            <a:ext cx="14935201" cy="1026136"/>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4200"/>
              <a:buFont typeface="Times New Roman"/>
              <a:buNone/>
            </a:pPr>
            <a:r>
              <a:rPr lang="es-CL" sz="4200" b="1">
                <a:latin typeface="Times New Roman"/>
                <a:ea typeface="Times New Roman"/>
                <a:cs typeface="Times New Roman"/>
                <a:sym typeface="Times New Roman"/>
              </a:rPr>
              <a:t>Restricciones de proyecto</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g845b736331_1_0"/>
          <p:cNvSpPr txBox="1"/>
          <p:nvPr/>
        </p:nvSpPr>
        <p:spPr>
          <a:xfrm>
            <a:off x="5543600" y="894234"/>
            <a:ext cx="6603300" cy="780300"/>
          </a:xfrm>
          <a:prstGeom prst="rect">
            <a:avLst/>
          </a:prstGeom>
          <a:noFill/>
          <a:ln>
            <a:noFill/>
          </a:ln>
        </p:spPr>
        <p:txBody>
          <a:bodyPr spcFirstLastPara="1" wrap="square" lIns="91425" tIns="45700" rIns="91425" bIns="45700" anchor="b" anchorCtr="0">
            <a:noAutofit/>
          </a:bodyPr>
          <a:lstStyle/>
          <a:p>
            <a:pPr marL="0" marR="0" lvl="0" indent="0" algn="ctr" rtl="0">
              <a:lnSpc>
                <a:spcPct val="100000"/>
              </a:lnSpc>
              <a:spcBef>
                <a:spcPts val="0"/>
              </a:spcBef>
              <a:spcAft>
                <a:spcPts val="0"/>
              </a:spcAft>
              <a:buClr>
                <a:srgbClr val="000000"/>
              </a:buClr>
              <a:buSzPts val="4200"/>
              <a:buFont typeface="Arial"/>
              <a:buNone/>
            </a:pPr>
            <a:r>
              <a:rPr lang="es-CL" sz="4200" b="1" i="0" u="none" strike="noStrike" cap="small">
                <a:solidFill>
                  <a:schemeClr val="dk2"/>
                </a:solidFill>
                <a:latin typeface="Times New Roman"/>
                <a:ea typeface="Times New Roman"/>
                <a:cs typeface="Times New Roman"/>
                <a:sym typeface="Times New Roman"/>
              </a:rPr>
              <a:t>Requerimientos del cliente</a:t>
            </a:r>
            <a:endParaRPr sz="1400" b="0" i="0" u="none" strike="noStrike" cap="none">
              <a:solidFill>
                <a:srgbClr val="000000"/>
              </a:solidFill>
              <a:latin typeface="Arial"/>
              <a:ea typeface="Arial"/>
              <a:cs typeface="Arial"/>
              <a:sym typeface="Arial"/>
            </a:endParaRPr>
          </a:p>
        </p:txBody>
      </p:sp>
      <p:sp>
        <p:nvSpPr>
          <p:cNvPr id="199" name="Google Shape;199;g845b736331_1_0"/>
          <p:cNvSpPr txBox="1"/>
          <p:nvPr/>
        </p:nvSpPr>
        <p:spPr>
          <a:xfrm>
            <a:off x="694700" y="1982000"/>
            <a:ext cx="16301100" cy="6589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300"/>
              </a:spcBef>
              <a:spcAft>
                <a:spcPts val="0"/>
              </a:spcAft>
              <a:buClr>
                <a:srgbClr val="000000"/>
              </a:buClr>
              <a:buSzPts val="3000"/>
              <a:buFont typeface="Arial"/>
              <a:buNone/>
            </a:pPr>
            <a:r>
              <a:rPr lang="es-CL" sz="3000" b="0" i="0" u="none" strike="noStrike" cap="none">
                <a:solidFill>
                  <a:schemeClr val="dk1"/>
                </a:solidFill>
                <a:latin typeface="Times New Roman"/>
                <a:ea typeface="Times New Roman"/>
                <a:cs typeface="Times New Roman"/>
                <a:sym typeface="Times New Roman"/>
              </a:rPr>
              <a:t>Módulos de SW</a:t>
            </a:r>
            <a:endParaRPr sz="3000" b="0" i="0" u="none" strike="noStrike" cap="none">
              <a:solidFill>
                <a:schemeClr val="dk1"/>
              </a:solidFill>
              <a:latin typeface="Times New Roman"/>
              <a:ea typeface="Times New Roman"/>
              <a:cs typeface="Times New Roman"/>
              <a:sym typeface="Times New Roman"/>
            </a:endParaRPr>
          </a:p>
          <a:p>
            <a:pPr marL="0" marR="0" lvl="0" indent="0" algn="ctr" rtl="0">
              <a:lnSpc>
                <a:spcPct val="100000"/>
              </a:lnSpc>
              <a:spcBef>
                <a:spcPts val="300"/>
              </a:spcBef>
              <a:spcAft>
                <a:spcPts val="0"/>
              </a:spcAft>
              <a:buClr>
                <a:srgbClr val="000000"/>
              </a:buClr>
              <a:buSzPts val="3000"/>
              <a:buFont typeface="Arial"/>
              <a:buNone/>
            </a:pPr>
            <a:endParaRPr sz="3000" b="0" i="0" u="none" strike="noStrike" cap="none">
              <a:solidFill>
                <a:schemeClr val="dk1"/>
              </a:solidFill>
              <a:latin typeface="Times New Roman"/>
              <a:ea typeface="Times New Roman"/>
              <a:cs typeface="Times New Roman"/>
              <a:sym typeface="Times New Roman"/>
            </a:endParaRPr>
          </a:p>
          <a:p>
            <a:pPr marL="1737360" marR="0" lvl="0" indent="-419100" algn="l" rtl="0">
              <a:lnSpc>
                <a:spcPct val="100000"/>
              </a:lnSpc>
              <a:spcBef>
                <a:spcPts val="30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Gestión de usuarios (Administrador - Cajero - Garzones) </a:t>
            </a:r>
            <a:endParaRPr sz="3000" b="0" i="0" u="none" strike="noStrike" cap="none">
              <a:solidFill>
                <a:schemeClr val="dk1"/>
              </a:solidFill>
              <a:latin typeface="Times New Roman"/>
              <a:ea typeface="Times New Roman"/>
              <a:cs typeface="Times New Roman"/>
              <a:sym typeface="Times New Roman"/>
            </a:endParaRPr>
          </a:p>
          <a:p>
            <a:pPr marL="1737360" marR="0" lvl="0" indent="0" algn="l" rtl="0">
              <a:lnSpc>
                <a:spcPct val="100000"/>
              </a:lnSpc>
              <a:spcBef>
                <a:spcPts val="300"/>
              </a:spcBef>
              <a:spcAft>
                <a:spcPts val="0"/>
              </a:spcAft>
              <a:buClr>
                <a:srgbClr val="000000"/>
              </a:buClr>
              <a:buSzPts val="3000"/>
              <a:buFont typeface="Arial"/>
              <a:buNone/>
            </a:pPr>
            <a:endParaRPr sz="3000" b="0" i="0" u="none" strike="noStrike" cap="none">
              <a:solidFill>
                <a:schemeClr val="dk1"/>
              </a:solidFill>
              <a:latin typeface="Times New Roman"/>
              <a:ea typeface="Times New Roman"/>
              <a:cs typeface="Times New Roman"/>
              <a:sym typeface="Times New Roman"/>
            </a:endParaRPr>
          </a:p>
          <a:p>
            <a:pPr marL="1737360" marR="0" lvl="0" indent="-419100" algn="l" rtl="0">
              <a:lnSpc>
                <a:spcPct val="100000"/>
              </a:lnSpc>
              <a:spcBef>
                <a:spcPts val="30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Gestión de mesas </a:t>
            </a:r>
            <a:endParaRPr sz="3000" b="0" i="0" u="none" strike="noStrike" cap="none">
              <a:solidFill>
                <a:schemeClr val="dk1"/>
              </a:solidFill>
              <a:latin typeface="Times New Roman"/>
              <a:ea typeface="Times New Roman"/>
              <a:cs typeface="Times New Roman"/>
              <a:sym typeface="Times New Roman"/>
            </a:endParaRPr>
          </a:p>
          <a:p>
            <a:pPr marL="1737360" marR="0" lvl="0" indent="0" algn="l" rtl="0">
              <a:lnSpc>
                <a:spcPct val="100000"/>
              </a:lnSpc>
              <a:spcBef>
                <a:spcPts val="300"/>
              </a:spcBef>
              <a:spcAft>
                <a:spcPts val="0"/>
              </a:spcAft>
              <a:buClr>
                <a:srgbClr val="000000"/>
              </a:buClr>
              <a:buSzPts val="3000"/>
              <a:buFont typeface="Arial"/>
              <a:buNone/>
            </a:pPr>
            <a:endParaRPr sz="3000" b="0" i="0" u="none" strike="noStrike" cap="none">
              <a:solidFill>
                <a:schemeClr val="dk1"/>
              </a:solidFill>
              <a:latin typeface="Times New Roman"/>
              <a:ea typeface="Times New Roman"/>
              <a:cs typeface="Times New Roman"/>
              <a:sym typeface="Times New Roman"/>
            </a:endParaRPr>
          </a:p>
          <a:p>
            <a:pPr marL="1737360" marR="0" lvl="0" indent="-419100" algn="l" rtl="0">
              <a:lnSpc>
                <a:spcPct val="100000"/>
              </a:lnSpc>
              <a:spcBef>
                <a:spcPts val="30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Entrada y Salida de productos </a:t>
            </a:r>
            <a:endParaRPr sz="3000" b="0" i="0" u="none" strike="noStrike" cap="none">
              <a:solidFill>
                <a:schemeClr val="dk1"/>
              </a:solidFill>
              <a:latin typeface="Times New Roman"/>
              <a:ea typeface="Times New Roman"/>
              <a:cs typeface="Times New Roman"/>
              <a:sym typeface="Times New Roman"/>
            </a:endParaRPr>
          </a:p>
          <a:p>
            <a:pPr marL="1737360" marR="0" lvl="0" indent="0" algn="l" rtl="0">
              <a:lnSpc>
                <a:spcPct val="100000"/>
              </a:lnSpc>
              <a:spcBef>
                <a:spcPts val="300"/>
              </a:spcBef>
              <a:spcAft>
                <a:spcPts val="0"/>
              </a:spcAft>
              <a:buClr>
                <a:srgbClr val="000000"/>
              </a:buClr>
              <a:buSzPts val="3000"/>
              <a:buFont typeface="Arial"/>
              <a:buNone/>
            </a:pPr>
            <a:endParaRPr sz="3000" b="0" i="0" u="none" strike="noStrike" cap="none">
              <a:solidFill>
                <a:schemeClr val="dk1"/>
              </a:solidFill>
              <a:latin typeface="Times New Roman"/>
              <a:ea typeface="Times New Roman"/>
              <a:cs typeface="Times New Roman"/>
              <a:sym typeface="Times New Roman"/>
            </a:endParaRPr>
          </a:p>
          <a:p>
            <a:pPr marL="1737360" marR="0" lvl="0" indent="-419100" algn="l" rtl="0">
              <a:lnSpc>
                <a:spcPct val="100000"/>
              </a:lnSpc>
              <a:spcBef>
                <a:spcPts val="30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Ingreso de productos  </a:t>
            </a:r>
            <a:endParaRPr sz="3000" b="0" i="0" u="none" strike="noStrike" cap="none">
              <a:solidFill>
                <a:schemeClr val="dk1"/>
              </a:solidFill>
              <a:latin typeface="Times New Roman"/>
              <a:ea typeface="Times New Roman"/>
              <a:cs typeface="Times New Roman"/>
              <a:sym typeface="Times New Roman"/>
            </a:endParaRPr>
          </a:p>
          <a:p>
            <a:pPr marL="1737360" marR="0" lvl="0" indent="0" algn="l" rtl="0">
              <a:lnSpc>
                <a:spcPct val="100000"/>
              </a:lnSpc>
              <a:spcBef>
                <a:spcPts val="300"/>
              </a:spcBef>
              <a:spcAft>
                <a:spcPts val="0"/>
              </a:spcAft>
              <a:buClr>
                <a:srgbClr val="000000"/>
              </a:buClr>
              <a:buSzPts val="3000"/>
              <a:buFont typeface="Arial"/>
              <a:buNone/>
            </a:pPr>
            <a:endParaRPr sz="3000" b="0" i="0" u="none" strike="noStrike" cap="none">
              <a:solidFill>
                <a:schemeClr val="dk1"/>
              </a:solidFill>
              <a:latin typeface="Times New Roman"/>
              <a:ea typeface="Times New Roman"/>
              <a:cs typeface="Times New Roman"/>
              <a:sym typeface="Times New Roman"/>
            </a:endParaRPr>
          </a:p>
          <a:p>
            <a:pPr marL="1737360" marR="0" lvl="0" indent="-419100" algn="l" rtl="0">
              <a:lnSpc>
                <a:spcPct val="100000"/>
              </a:lnSpc>
              <a:spcBef>
                <a:spcPts val="30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Reportes de venta segmentados por producto </a:t>
            </a:r>
            <a:endParaRPr sz="3000" b="0" i="0" u="none" strike="noStrike" cap="none">
              <a:solidFill>
                <a:schemeClr val="dk1"/>
              </a:solidFill>
              <a:latin typeface="Times New Roman"/>
              <a:ea typeface="Times New Roman"/>
              <a:cs typeface="Times New Roman"/>
              <a:sym typeface="Times New Roman"/>
            </a:endParaRPr>
          </a:p>
          <a:p>
            <a:pPr marL="1737360" marR="0" lvl="0" indent="0" algn="l" rtl="0">
              <a:lnSpc>
                <a:spcPct val="100000"/>
              </a:lnSpc>
              <a:spcBef>
                <a:spcPts val="300"/>
              </a:spcBef>
              <a:spcAft>
                <a:spcPts val="0"/>
              </a:spcAft>
              <a:buClr>
                <a:srgbClr val="000000"/>
              </a:buClr>
              <a:buSzPts val="3000"/>
              <a:buFont typeface="Arial"/>
              <a:buNone/>
            </a:pPr>
            <a:endParaRPr sz="3000" b="0" i="0" u="none" strike="noStrike" cap="none">
              <a:solidFill>
                <a:schemeClr val="dk1"/>
              </a:solidFill>
              <a:latin typeface="Times New Roman"/>
              <a:ea typeface="Times New Roman"/>
              <a:cs typeface="Times New Roman"/>
              <a:sym typeface="Times New Roman"/>
            </a:endParaRPr>
          </a:p>
          <a:p>
            <a:pPr marL="1737360" marR="0" lvl="0" indent="-419100" algn="l" rtl="0">
              <a:lnSpc>
                <a:spcPct val="100000"/>
              </a:lnSpc>
              <a:spcBef>
                <a:spcPts val="30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Reporte de garzones </a:t>
            </a:r>
            <a:endParaRPr sz="3000" b="0" i="0" u="none" strike="noStrike" cap="none">
              <a:solidFill>
                <a:schemeClr val="dk1"/>
              </a:solidFill>
              <a:latin typeface="Times New Roman"/>
              <a:ea typeface="Times New Roman"/>
              <a:cs typeface="Times New Roman"/>
              <a:sym typeface="Times New Roman"/>
            </a:endParaRPr>
          </a:p>
          <a:p>
            <a:pPr marL="45720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g76f6c50663_0_47"/>
          <p:cNvSpPr txBox="1">
            <a:spLocks noGrp="1"/>
          </p:cNvSpPr>
          <p:nvPr>
            <p:ph type="title"/>
          </p:nvPr>
        </p:nvSpPr>
        <p:spPr>
          <a:xfrm>
            <a:off x="914400" y="1295193"/>
            <a:ext cx="14935200" cy="10260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SzPts val="1800"/>
              <a:buNone/>
            </a:pPr>
            <a:r>
              <a:rPr lang="es-CL" sz="4200"/>
              <a:t>Metodología utilizada para la gestión y desarrollo del proyecto</a:t>
            </a:r>
            <a:endParaRPr sz="4200"/>
          </a:p>
        </p:txBody>
      </p:sp>
      <p:pic>
        <p:nvPicPr>
          <p:cNvPr id="205" name="Google Shape;205;g76f6c50663_0_47"/>
          <p:cNvPicPr preferRelativeResize="0"/>
          <p:nvPr/>
        </p:nvPicPr>
        <p:blipFill rotWithShape="1">
          <a:blip r:embed="rId3">
            <a:alphaModFix/>
          </a:blip>
          <a:srcRect/>
          <a:stretch/>
        </p:blipFill>
        <p:spPr>
          <a:xfrm>
            <a:off x="1859499" y="2399925"/>
            <a:ext cx="13044990" cy="73095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g76f6c50663_0_55"/>
          <p:cNvSpPr txBox="1">
            <a:spLocks noGrp="1"/>
          </p:cNvSpPr>
          <p:nvPr>
            <p:ph type="title"/>
          </p:nvPr>
        </p:nvSpPr>
        <p:spPr>
          <a:xfrm>
            <a:off x="801850" y="1122493"/>
            <a:ext cx="14935200" cy="10260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SzPts val="1800"/>
              <a:buNone/>
            </a:pPr>
            <a:r>
              <a:rPr lang="es-CL"/>
              <a:t>Gestión de herramientas y RRHH</a:t>
            </a:r>
            <a:endParaRPr/>
          </a:p>
        </p:txBody>
      </p:sp>
      <p:sp>
        <p:nvSpPr>
          <p:cNvPr id="211" name="Google Shape;211;g76f6c50663_0_55"/>
          <p:cNvSpPr txBox="1"/>
          <p:nvPr/>
        </p:nvSpPr>
        <p:spPr>
          <a:xfrm>
            <a:off x="694700" y="2919975"/>
            <a:ext cx="16301100" cy="5651100"/>
          </a:xfrm>
          <a:prstGeom prst="rect">
            <a:avLst/>
          </a:prstGeom>
          <a:noFill/>
          <a:ln>
            <a:noFill/>
          </a:ln>
        </p:spPr>
        <p:txBody>
          <a:bodyPr spcFirstLastPara="1" wrap="square" lIns="91425" tIns="45700" rIns="91425" bIns="45700" anchor="t" anchorCtr="0">
            <a:noAutofit/>
          </a:bodyPr>
          <a:lstStyle/>
          <a:p>
            <a:pPr marL="3108960" marR="0" lvl="3" indent="-419100" algn="l" rtl="0">
              <a:lnSpc>
                <a:spcPct val="115000"/>
              </a:lnSpc>
              <a:spcBef>
                <a:spcPts val="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Google Drive (Desarrollo de documentación colaborativa).</a:t>
            </a:r>
            <a:endParaRPr sz="3000" b="0" i="0" u="none" strike="noStrike" cap="none">
              <a:solidFill>
                <a:schemeClr val="dk1"/>
              </a:solidFill>
              <a:latin typeface="Times New Roman"/>
              <a:ea typeface="Times New Roman"/>
              <a:cs typeface="Times New Roman"/>
              <a:sym typeface="Times New Roman"/>
            </a:endParaRPr>
          </a:p>
          <a:p>
            <a:pPr marL="3108960" marR="0" lvl="3" indent="-419100" algn="l" rtl="0">
              <a:lnSpc>
                <a:spcPct val="115000"/>
              </a:lnSpc>
              <a:spcBef>
                <a:spcPts val="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Google Docs (Software libre de licencia para elaborar documentación).</a:t>
            </a:r>
            <a:endParaRPr sz="3000" b="0" i="0" u="none" strike="noStrike" cap="none">
              <a:solidFill>
                <a:schemeClr val="dk1"/>
              </a:solidFill>
              <a:latin typeface="Times New Roman"/>
              <a:ea typeface="Times New Roman"/>
              <a:cs typeface="Times New Roman"/>
              <a:sym typeface="Times New Roman"/>
            </a:endParaRPr>
          </a:p>
          <a:p>
            <a:pPr marL="3108960" marR="0" lvl="3" indent="-419100" algn="l" rtl="0">
              <a:lnSpc>
                <a:spcPct val="115000"/>
              </a:lnSpc>
              <a:spcBef>
                <a:spcPts val="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HW 4 Laptop’s / OS windows 10.</a:t>
            </a:r>
            <a:endParaRPr sz="3000" b="0" i="0" u="none" strike="noStrike" cap="none">
              <a:solidFill>
                <a:schemeClr val="dk1"/>
              </a:solidFill>
              <a:latin typeface="Times New Roman"/>
              <a:ea typeface="Times New Roman"/>
              <a:cs typeface="Times New Roman"/>
              <a:sym typeface="Times New Roman"/>
            </a:endParaRPr>
          </a:p>
          <a:p>
            <a:pPr marL="3108960" marR="0" lvl="3" indent="-419100" algn="l" rtl="0">
              <a:lnSpc>
                <a:spcPct val="115000"/>
              </a:lnSpc>
              <a:spcBef>
                <a:spcPts val="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RRHH 4 Personas / 2 horas efectivas diarias de desarrollo y diseño del software.  </a:t>
            </a:r>
            <a:endParaRPr sz="3000" b="0" i="0" u="none" strike="noStrike" cap="none">
              <a:solidFill>
                <a:schemeClr val="dk1"/>
              </a:solidFill>
              <a:latin typeface="Times New Roman"/>
              <a:ea typeface="Times New Roman"/>
              <a:cs typeface="Times New Roman"/>
              <a:sym typeface="Times New Roman"/>
            </a:endParaRPr>
          </a:p>
          <a:p>
            <a:pPr marL="3108960" marR="0" lvl="3" indent="-419100" algn="l" rtl="0">
              <a:lnSpc>
                <a:spcPct val="115000"/>
              </a:lnSpc>
              <a:spcBef>
                <a:spcPts val="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Reuniones Semanales Mediante DISCORD (Comunicación audiovisual).</a:t>
            </a:r>
            <a:endParaRPr sz="3000" b="0" i="0" u="none" strike="noStrike" cap="none">
              <a:solidFill>
                <a:schemeClr val="dk1"/>
              </a:solidFill>
              <a:latin typeface="Times New Roman"/>
              <a:ea typeface="Times New Roman"/>
              <a:cs typeface="Times New Roman"/>
              <a:sym typeface="Times New Roman"/>
            </a:endParaRPr>
          </a:p>
          <a:p>
            <a:pPr marL="3108960" marR="0" lvl="3" indent="-419100" algn="l" rtl="0">
              <a:lnSpc>
                <a:spcPct val="115000"/>
              </a:lnSpc>
              <a:spcBef>
                <a:spcPts val="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Visual Studio Code (Free Licensing).</a:t>
            </a:r>
            <a:endParaRPr sz="3000" b="0" i="0" u="none" strike="noStrike" cap="none">
              <a:solidFill>
                <a:schemeClr val="dk1"/>
              </a:solidFill>
              <a:latin typeface="Times New Roman"/>
              <a:ea typeface="Times New Roman"/>
              <a:cs typeface="Times New Roman"/>
              <a:sym typeface="Times New Roman"/>
            </a:endParaRPr>
          </a:p>
          <a:p>
            <a:pPr marL="3108960" marR="0" lvl="3" indent="-419100" algn="l" rtl="0">
              <a:lnSpc>
                <a:spcPct val="115000"/>
              </a:lnSpc>
              <a:spcBef>
                <a:spcPts val="0"/>
              </a:spcBef>
              <a:spcAft>
                <a:spcPts val="0"/>
              </a:spcAft>
              <a:buClr>
                <a:schemeClr val="dk1"/>
              </a:buClr>
              <a:buSzPts val="3000"/>
              <a:buFont typeface="Times New Roman"/>
              <a:buChar char="●"/>
            </a:pPr>
            <a:r>
              <a:rPr lang="es-CL" sz="3000">
                <a:solidFill>
                  <a:schemeClr val="dk1"/>
                </a:solidFill>
                <a:latin typeface="Times New Roman"/>
                <a:ea typeface="Times New Roman"/>
                <a:cs typeface="Times New Roman"/>
                <a:sym typeface="Times New Roman"/>
              </a:rPr>
              <a:t>DreamWeaver Cs20 (Licencia)</a:t>
            </a:r>
            <a:endParaRPr sz="3000">
              <a:solidFill>
                <a:schemeClr val="dk1"/>
              </a:solidFill>
              <a:latin typeface="Times New Roman"/>
              <a:ea typeface="Times New Roman"/>
              <a:cs typeface="Times New Roman"/>
              <a:sym typeface="Times New Roman"/>
            </a:endParaRPr>
          </a:p>
          <a:p>
            <a:pPr marL="3108960" marR="0" lvl="3" indent="-419100" algn="l" rtl="0">
              <a:lnSpc>
                <a:spcPct val="115000"/>
              </a:lnSpc>
              <a:spcBef>
                <a:spcPts val="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Xampp (Montaje Servicio forma local y Pruebas).</a:t>
            </a:r>
            <a:endParaRPr sz="3000" b="0" i="0" u="none" strike="noStrike" cap="none">
              <a:solidFill>
                <a:schemeClr val="dk1"/>
              </a:solidFill>
              <a:latin typeface="Times New Roman"/>
              <a:ea typeface="Times New Roman"/>
              <a:cs typeface="Times New Roman"/>
              <a:sym typeface="Times New Roman"/>
            </a:endParaRPr>
          </a:p>
          <a:p>
            <a:pPr marL="3108960" marR="0" lvl="3" indent="-419100" algn="l" rtl="0">
              <a:lnSpc>
                <a:spcPct val="115000"/>
              </a:lnSpc>
              <a:spcBef>
                <a:spcPts val="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Power Bi (Dashboard Representación y análisis del proyecto).</a:t>
            </a:r>
            <a:endParaRPr sz="3000" b="0" i="0" u="none" strike="noStrike" cap="none">
              <a:solidFill>
                <a:schemeClr val="dk1"/>
              </a:solidFill>
              <a:latin typeface="Times New Roman"/>
              <a:ea typeface="Times New Roman"/>
              <a:cs typeface="Times New Roman"/>
              <a:sym typeface="Times New Roman"/>
            </a:endParaRPr>
          </a:p>
          <a:p>
            <a:pPr marL="3108960" marR="0" lvl="3" indent="-419100" algn="l" rtl="0">
              <a:lnSpc>
                <a:spcPct val="115000"/>
              </a:lnSpc>
              <a:spcBef>
                <a:spcPts val="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Desarrollo (PHP-SQL-PHP-MyAdmin).</a:t>
            </a:r>
            <a:endParaRPr sz="3000" b="0" i="0" u="none" strike="noStrike" cap="none">
              <a:solidFill>
                <a:schemeClr val="dk1"/>
              </a:solidFill>
              <a:latin typeface="Times New Roman"/>
              <a:ea typeface="Times New Roman"/>
              <a:cs typeface="Times New Roman"/>
              <a:sym typeface="Times New Roman"/>
            </a:endParaRPr>
          </a:p>
          <a:p>
            <a:pPr marL="3108960" marR="0" lvl="3" indent="-419100" algn="l" rtl="0">
              <a:lnSpc>
                <a:spcPct val="115000"/>
              </a:lnSpc>
              <a:spcBef>
                <a:spcPts val="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Suite Project Professional 2019 &amp; Visio Professional 2019 (Estructura y diagramas de proyecto).</a:t>
            </a:r>
            <a:endParaRPr sz="3000" b="0" i="0" u="none" strike="noStrike" cap="none">
              <a:solidFill>
                <a:schemeClr val="dk1"/>
              </a:solidFill>
              <a:latin typeface="Times New Roman"/>
              <a:ea typeface="Times New Roman"/>
              <a:cs typeface="Times New Roman"/>
              <a:sym typeface="Times New Roman"/>
            </a:endParaRPr>
          </a:p>
          <a:p>
            <a:pPr marL="3108960" marR="0" lvl="3" indent="-419100" algn="l" rtl="0">
              <a:lnSpc>
                <a:spcPct val="115000"/>
              </a:lnSpc>
              <a:spcBef>
                <a:spcPts val="0"/>
              </a:spcBef>
              <a:spcAft>
                <a:spcPts val="0"/>
              </a:spcAft>
              <a:buClr>
                <a:schemeClr val="dk1"/>
              </a:buClr>
              <a:buSzPts val="3000"/>
              <a:buFont typeface="Times New Roman"/>
              <a:buChar char="●"/>
            </a:pPr>
            <a:r>
              <a:rPr lang="es-CL" sz="3000" b="0" i="0" u="none" strike="noStrike" cap="none">
                <a:solidFill>
                  <a:schemeClr val="dk1"/>
                </a:solidFill>
                <a:latin typeface="Times New Roman"/>
                <a:ea typeface="Times New Roman"/>
                <a:cs typeface="Times New Roman"/>
                <a:sym typeface="Times New Roman"/>
              </a:rPr>
              <a:t>Suite Office 365</a:t>
            </a:r>
            <a:endParaRPr sz="3000" b="0" i="0" u="none" strike="noStrike" cap="none">
              <a:solidFill>
                <a:schemeClr val="dk1"/>
              </a:solidFill>
              <a:latin typeface="Times New Roman"/>
              <a:ea typeface="Times New Roman"/>
              <a:cs typeface="Times New Roman"/>
              <a:sym typeface="Times New Roman"/>
            </a:endParaRPr>
          </a:p>
          <a:p>
            <a:pPr marL="45720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6"/>
          <p:cNvSpPr txBox="1">
            <a:spLocks noGrp="1"/>
          </p:cNvSpPr>
          <p:nvPr>
            <p:ph type="title"/>
          </p:nvPr>
        </p:nvSpPr>
        <p:spPr>
          <a:xfrm>
            <a:off x="914400" y="1099993"/>
            <a:ext cx="14935201" cy="1026136"/>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dk2"/>
              </a:buClr>
              <a:buSzPts val="4200"/>
              <a:buFont typeface="Times New Roman"/>
              <a:buNone/>
            </a:pPr>
            <a:r>
              <a:rPr lang="es-CL" sz="4200">
                <a:latin typeface="Times New Roman"/>
                <a:ea typeface="Times New Roman"/>
                <a:cs typeface="Times New Roman"/>
                <a:sym typeface="Times New Roman"/>
              </a:rPr>
              <a:t>                                                </a:t>
            </a:r>
            <a:r>
              <a:rPr lang="es-CL" sz="4200" b="1">
                <a:latin typeface="Times New Roman"/>
                <a:ea typeface="Times New Roman"/>
                <a:cs typeface="Times New Roman"/>
                <a:sym typeface="Times New Roman"/>
              </a:rPr>
              <a:t>Alcance</a:t>
            </a:r>
            <a:endParaRPr sz="4200" b="1">
              <a:latin typeface="Times New Roman"/>
              <a:ea typeface="Times New Roman"/>
              <a:cs typeface="Times New Roman"/>
              <a:sym typeface="Times New Roman"/>
            </a:endParaRPr>
          </a:p>
        </p:txBody>
      </p:sp>
      <p:sp>
        <p:nvSpPr>
          <p:cNvPr id="217" name="Google Shape;217;p6"/>
          <p:cNvSpPr txBox="1">
            <a:spLocks noGrp="1"/>
          </p:cNvSpPr>
          <p:nvPr>
            <p:ph type="body" idx="1"/>
          </p:nvPr>
        </p:nvSpPr>
        <p:spPr>
          <a:xfrm>
            <a:off x="914400" y="2399925"/>
            <a:ext cx="15977700" cy="7309500"/>
          </a:xfrm>
          <a:prstGeom prst="rect">
            <a:avLst/>
          </a:prstGeom>
          <a:noFill/>
          <a:ln>
            <a:noFill/>
          </a:ln>
        </p:spPr>
        <p:txBody>
          <a:bodyPr spcFirstLastPara="1" wrap="square" lIns="91425" tIns="45700" rIns="91425" bIns="45700" anchor="t" anchorCtr="0">
            <a:normAutofit/>
          </a:bodyPr>
          <a:lstStyle/>
          <a:p>
            <a:pPr marL="457200" lvl="0" indent="0" algn="just" rtl="0">
              <a:lnSpc>
                <a:spcPct val="100000"/>
              </a:lnSpc>
              <a:spcBef>
                <a:spcPts val="0"/>
              </a:spcBef>
              <a:spcAft>
                <a:spcPts val="0"/>
              </a:spcAft>
              <a:buSzPts val="1260"/>
              <a:buNone/>
            </a:pPr>
            <a:r>
              <a:rPr lang="es-CL"/>
              <a:t>Se desarrolló un Software que permite un control de ingresos del Restobar X, el cual gestiona ingresos y egresos de los consumibles del local se logra a través del SW.</a:t>
            </a:r>
            <a:endParaRPr/>
          </a:p>
          <a:p>
            <a:pPr marL="457200" lvl="0" indent="0" algn="just" rtl="0">
              <a:lnSpc>
                <a:spcPct val="100000"/>
              </a:lnSpc>
              <a:spcBef>
                <a:spcPts val="0"/>
              </a:spcBef>
              <a:spcAft>
                <a:spcPts val="0"/>
              </a:spcAft>
              <a:buSzPts val="1260"/>
              <a:buNone/>
            </a:pPr>
            <a:endParaRPr/>
          </a:p>
          <a:p>
            <a:pPr marL="457200" lvl="0" indent="0" algn="just" rtl="0">
              <a:lnSpc>
                <a:spcPct val="100000"/>
              </a:lnSpc>
              <a:spcBef>
                <a:spcPts val="0"/>
              </a:spcBef>
              <a:spcAft>
                <a:spcPts val="0"/>
              </a:spcAft>
              <a:buSzPts val="1260"/>
              <a:buNone/>
            </a:pPr>
            <a:r>
              <a:rPr lang="es-CL"/>
              <a:t>Este tuvo dos Hitos de entregas funcionales, 8vo y 12vo Sprint, </a:t>
            </a:r>
            <a:endParaRPr/>
          </a:p>
          <a:p>
            <a:pPr marL="0" lvl="0" indent="0" algn="just" rtl="0">
              <a:lnSpc>
                <a:spcPct val="100000"/>
              </a:lnSpc>
              <a:spcBef>
                <a:spcPts val="0"/>
              </a:spcBef>
              <a:spcAft>
                <a:spcPts val="0"/>
              </a:spcAft>
              <a:buSzPts val="1260"/>
              <a:buNone/>
            </a:pPr>
            <a:r>
              <a:rPr lang="es-CL"/>
              <a:t>    donde se realizaron pruebas y correcciones de software.</a:t>
            </a:r>
            <a:endParaRPr/>
          </a:p>
          <a:p>
            <a:pPr marL="0" lvl="0" indent="0" algn="just" rtl="0">
              <a:lnSpc>
                <a:spcPct val="100000"/>
              </a:lnSpc>
              <a:spcBef>
                <a:spcPts val="0"/>
              </a:spcBef>
              <a:spcAft>
                <a:spcPts val="0"/>
              </a:spcAft>
              <a:buSzPts val="1260"/>
              <a:buNone/>
            </a:pPr>
            <a:r>
              <a:rPr lang="es-CL"/>
              <a:t>	Para el 12vo Sprint el SW Este ya se encuentra entregado y en   operaciones.</a:t>
            </a:r>
            <a:endParaRPr/>
          </a:p>
          <a:p>
            <a:pPr marL="457200" lvl="0" indent="0" algn="l" rtl="0">
              <a:lnSpc>
                <a:spcPct val="100000"/>
              </a:lnSpc>
              <a:spcBef>
                <a:spcPts val="0"/>
              </a:spcBef>
              <a:spcAft>
                <a:spcPts val="0"/>
              </a:spcAft>
              <a:buSzPts val="1260"/>
              <a:buNone/>
            </a:pPr>
            <a:endParaRPr/>
          </a:p>
          <a:p>
            <a:pPr marL="457200" lvl="0" indent="0" algn="l" rtl="0">
              <a:lnSpc>
                <a:spcPct val="100000"/>
              </a:lnSpc>
              <a:spcBef>
                <a:spcPts val="0"/>
              </a:spcBef>
              <a:spcAft>
                <a:spcPts val="0"/>
              </a:spcAft>
              <a:buSzPts val="1260"/>
              <a:buNone/>
            </a:pPr>
            <a:endParaRPr/>
          </a:p>
        </p:txBody>
      </p:sp>
      <p:pic>
        <p:nvPicPr>
          <p:cNvPr id="218" name="Google Shape;218;p6" descr="No hay nada más feo como dar la mano y sentir la mano del otro ..."/>
          <p:cNvPicPr preferRelativeResize="0"/>
          <p:nvPr/>
        </p:nvPicPr>
        <p:blipFill rotWithShape="1">
          <a:blip r:embed="rId3">
            <a:alphaModFix/>
          </a:blip>
          <a:srcRect/>
          <a:stretch/>
        </p:blipFill>
        <p:spPr>
          <a:xfrm>
            <a:off x="5460600" y="6340875"/>
            <a:ext cx="5572825" cy="38597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4"/>
          <p:cNvSpPr txBox="1">
            <a:spLocks noGrp="1"/>
          </p:cNvSpPr>
          <p:nvPr>
            <p:ph type="title"/>
          </p:nvPr>
        </p:nvSpPr>
        <p:spPr>
          <a:xfrm>
            <a:off x="914400" y="1099993"/>
            <a:ext cx="14935201" cy="10260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SzPts val="1800"/>
              <a:buNone/>
            </a:pPr>
            <a:r>
              <a:rPr lang="es-CL" sz="4200"/>
              <a:t>IDE utilizado para desarrollar el proyecto</a:t>
            </a:r>
            <a:endParaRPr sz="4200"/>
          </a:p>
        </p:txBody>
      </p:sp>
      <p:pic>
        <p:nvPicPr>
          <p:cNvPr id="224" name="Google Shape;224;p4"/>
          <p:cNvPicPr preferRelativeResize="0"/>
          <p:nvPr/>
        </p:nvPicPr>
        <p:blipFill>
          <a:blip r:embed="rId3">
            <a:alphaModFix/>
          </a:blip>
          <a:stretch>
            <a:fillRect/>
          </a:stretch>
        </p:blipFill>
        <p:spPr>
          <a:xfrm>
            <a:off x="392500" y="3117950"/>
            <a:ext cx="8386699" cy="4717524"/>
          </a:xfrm>
          <a:prstGeom prst="rect">
            <a:avLst/>
          </a:prstGeom>
          <a:noFill/>
          <a:ln>
            <a:noFill/>
          </a:ln>
        </p:spPr>
      </p:pic>
      <p:sp>
        <p:nvSpPr>
          <p:cNvPr id="225" name="Google Shape;225;p4"/>
          <p:cNvSpPr txBox="1">
            <a:spLocks noGrp="1"/>
          </p:cNvSpPr>
          <p:nvPr>
            <p:ph type="title"/>
          </p:nvPr>
        </p:nvSpPr>
        <p:spPr>
          <a:xfrm>
            <a:off x="1599500" y="8341650"/>
            <a:ext cx="5972700" cy="711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SzPts val="1800"/>
              <a:buNone/>
            </a:pPr>
            <a:r>
              <a:rPr lang="es-CL" sz="4200"/>
              <a:t>DreamWeaver</a:t>
            </a:r>
            <a:endParaRPr sz="4200"/>
          </a:p>
        </p:txBody>
      </p:sp>
      <p:pic>
        <p:nvPicPr>
          <p:cNvPr id="226" name="Google Shape;226;p4"/>
          <p:cNvPicPr preferRelativeResize="0"/>
          <p:nvPr/>
        </p:nvPicPr>
        <p:blipFill>
          <a:blip r:embed="rId4">
            <a:alphaModFix/>
          </a:blip>
          <a:stretch>
            <a:fillRect/>
          </a:stretch>
        </p:blipFill>
        <p:spPr>
          <a:xfrm>
            <a:off x="9022175" y="3122325"/>
            <a:ext cx="8386699" cy="4708777"/>
          </a:xfrm>
          <a:prstGeom prst="rect">
            <a:avLst/>
          </a:prstGeom>
          <a:noFill/>
          <a:ln>
            <a:noFill/>
          </a:ln>
        </p:spPr>
      </p:pic>
      <p:sp>
        <p:nvSpPr>
          <p:cNvPr id="227" name="Google Shape;227;p4"/>
          <p:cNvSpPr txBox="1">
            <a:spLocks noGrp="1"/>
          </p:cNvSpPr>
          <p:nvPr>
            <p:ph type="title"/>
          </p:nvPr>
        </p:nvSpPr>
        <p:spPr>
          <a:xfrm>
            <a:off x="10229175" y="8341650"/>
            <a:ext cx="5972700" cy="711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SzPts val="1800"/>
              <a:buNone/>
            </a:pPr>
            <a:r>
              <a:rPr lang="es-CL" sz="4200"/>
              <a:t>Visual Studio Code</a:t>
            </a:r>
            <a:endParaRPr sz="4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g8a0ff6cbec_0_4"/>
          <p:cNvSpPr txBox="1">
            <a:spLocks noGrp="1"/>
          </p:cNvSpPr>
          <p:nvPr>
            <p:ph type="title"/>
          </p:nvPr>
        </p:nvSpPr>
        <p:spPr>
          <a:xfrm>
            <a:off x="914400" y="1099993"/>
            <a:ext cx="14935200" cy="1026000"/>
          </a:xfrm>
          <a:prstGeom prst="rect">
            <a:avLst/>
          </a:prstGeom>
        </p:spPr>
        <p:txBody>
          <a:bodyPr spcFirstLastPara="1" wrap="square" lIns="91425" tIns="45700" rIns="91425" bIns="45700" anchor="b" anchorCtr="0">
            <a:noAutofit/>
          </a:bodyPr>
          <a:lstStyle/>
          <a:p>
            <a:pPr marL="0" lvl="0" indent="0" algn="l" rtl="0">
              <a:spcBef>
                <a:spcPts val="0"/>
              </a:spcBef>
              <a:spcAft>
                <a:spcPts val="0"/>
              </a:spcAft>
              <a:buNone/>
            </a:pPr>
            <a:r>
              <a:rPr lang="es-CL"/>
              <a:t>Lenguaje de programación utilizado para la solución </a:t>
            </a:r>
            <a:endParaRPr/>
          </a:p>
        </p:txBody>
      </p:sp>
      <p:sp>
        <p:nvSpPr>
          <p:cNvPr id="233" name="Google Shape;233;g8a0ff6cbec_0_4"/>
          <p:cNvSpPr txBox="1">
            <a:spLocks noGrp="1"/>
          </p:cNvSpPr>
          <p:nvPr>
            <p:ph type="body" idx="1"/>
          </p:nvPr>
        </p:nvSpPr>
        <p:spPr>
          <a:xfrm>
            <a:off x="4882775" y="2126000"/>
            <a:ext cx="12144900" cy="1265400"/>
          </a:xfrm>
          <a:prstGeom prst="rect">
            <a:avLst/>
          </a:prstGeom>
        </p:spPr>
        <p:txBody>
          <a:bodyPr spcFirstLastPara="1" wrap="square" lIns="91425" tIns="45700" rIns="91425" bIns="45700" anchor="t" anchorCtr="0">
            <a:noAutofit/>
          </a:bodyPr>
          <a:lstStyle/>
          <a:p>
            <a:pPr marL="0" lvl="0" indent="0" algn="ctr" rtl="0">
              <a:spcBef>
                <a:spcPts val="900"/>
              </a:spcBef>
              <a:spcAft>
                <a:spcPts val="0"/>
              </a:spcAft>
              <a:buNone/>
            </a:pPr>
            <a:r>
              <a:rPr lang="es-CL"/>
              <a:t>Base de datos : MySQL administrada por PHPmyAdmin para pruebas de visualización. </a:t>
            </a:r>
            <a:endParaRPr/>
          </a:p>
          <a:p>
            <a:pPr marL="0" lvl="0" indent="0" algn="ctr" rtl="0">
              <a:spcBef>
                <a:spcPts val="900"/>
              </a:spcBef>
              <a:spcAft>
                <a:spcPts val="0"/>
              </a:spcAft>
              <a:buNone/>
            </a:pPr>
            <a:endParaRPr/>
          </a:p>
          <a:p>
            <a:pPr marL="0" lvl="0" indent="0" algn="ctr" rtl="0">
              <a:spcBef>
                <a:spcPts val="900"/>
              </a:spcBef>
              <a:spcAft>
                <a:spcPts val="0"/>
              </a:spcAft>
              <a:buNone/>
            </a:pPr>
            <a:endParaRPr/>
          </a:p>
          <a:p>
            <a:pPr marL="0" lvl="0" indent="0" algn="ctr" rtl="0">
              <a:spcBef>
                <a:spcPts val="900"/>
              </a:spcBef>
              <a:spcAft>
                <a:spcPts val="0"/>
              </a:spcAft>
              <a:buNone/>
            </a:pPr>
            <a:endParaRPr/>
          </a:p>
        </p:txBody>
      </p:sp>
      <p:pic>
        <p:nvPicPr>
          <p:cNvPr id="234" name="Google Shape;234;g8a0ff6cbec_0_4"/>
          <p:cNvPicPr preferRelativeResize="0"/>
          <p:nvPr/>
        </p:nvPicPr>
        <p:blipFill>
          <a:blip r:embed="rId3">
            <a:alphaModFix/>
          </a:blip>
          <a:stretch>
            <a:fillRect/>
          </a:stretch>
        </p:blipFill>
        <p:spPr>
          <a:xfrm>
            <a:off x="3867150" y="3506500"/>
            <a:ext cx="13895901" cy="6453875"/>
          </a:xfrm>
          <a:prstGeom prst="rect">
            <a:avLst/>
          </a:prstGeom>
          <a:noFill/>
          <a:ln>
            <a:noFill/>
          </a:ln>
        </p:spPr>
      </p:pic>
      <p:sp>
        <p:nvSpPr>
          <p:cNvPr id="235" name="Google Shape;235;g8a0ff6cbec_0_4"/>
          <p:cNvSpPr txBox="1">
            <a:spLocks noGrp="1"/>
          </p:cNvSpPr>
          <p:nvPr>
            <p:ph type="body" idx="1"/>
          </p:nvPr>
        </p:nvSpPr>
        <p:spPr>
          <a:xfrm>
            <a:off x="196350" y="4779075"/>
            <a:ext cx="3670800" cy="1659300"/>
          </a:xfrm>
          <a:prstGeom prst="rect">
            <a:avLst/>
          </a:prstGeom>
        </p:spPr>
        <p:txBody>
          <a:bodyPr spcFirstLastPara="1" wrap="square" lIns="91425" tIns="45700" rIns="91425" bIns="45700" anchor="t" anchorCtr="0">
            <a:noAutofit/>
          </a:bodyPr>
          <a:lstStyle/>
          <a:p>
            <a:pPr marL="0" lvl="0" indent="0" algn="ctr" rtl="0">
              <a:spcBef>
                <a:spcPts val="900"/>
              </a:spcBef>
              <a:spcAft>
                <a:spcPts val="0"/>
              </a:spcAft>
              <a:buNone/>
            </a:pPr>
            <a:r>
              <a:rPr lang="es-CL"/>
              <a:t>Código Fuente : PHP</a:t>
            </a:r>
            <a:endParaRPr/>
          </a:p>
          <a:p>
            <a:pPr marL="0" lvl="0" indent="0" algn="l" rtl="0">
              <a:spcBef>
                <a:spcPts val="900"/>
              </a:spcBef>
              <a:spcAft>
                <a:spcPts val="0"/>
              </a:spcAft>
              <a:buNone/>
            </a:pPr>
            <a:endParaRPr/>
          </a:p>
          <a:p>
            <a:pPr marL="0" lvl="0" indent="0" algn="l" rtl="0">
              <a:spcBef>
                <a:spcPts val="900"/>
              </a:spcBef>
              <a:spcAft>
                <a:spcPts val="0"/>
              </a:spcAft>
              <a:buNone/>
            </a:pP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g8d8228ba78_0_18"/>
          <p:cNvSpPr txBox="1">
            <a:spLocks noGrp="1"/>
          </p:cNvSpPr>
          <p:nvPr>
            <p:ph type="title"/>
          </p:nvPr>
        </p:nvSpPr>
        <p:spPr>
          <a:xfrm>
            <a:off x="931575" y="481843"/>
            <a:ext cx="149352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Documentación de Código fuente </a:t>
            </a:r>
            <a:endParaRPr/>
          </a:p>
        </p:txBody>
      </p:sp>
      <p:pic>
        <p:nvPicPr>
          <p:cNvPr id="241" name="Google Shape;241;g8d8228ba78_0_18"/>
          <p:cNvPicPr preferRelativeResize="0"/>
          <p:nvPr/>
        </p:nvPicPr>
        <p:blipFill>
          <a:blip r:embed="rId3">
            <a:alphaModFix/>
          </a:blip>
          <a:stretch>
            <a:fillRect/>
          </a:stretch>
        </p:blipFill>
        <p:spPr>
          <a:xfrm>
            <a:off x="1599575" y="1507850"/>
            <a:ext cx="13599199" cy="879125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g8d8e8cbfd2_0_0"/>
          <p:cNvSpPr txBox="1">
            <a:spLocks noGrp="1"/>
          </p:cNvSpPr>
          <p:nvPr>
            <p:ph type="title"/>
          </p:nvPr>
        </p:nvSpPr>
        <p:spPr>
          <a:xfrm>
            <a:off x="931575" y="481843"/>
            <a:ext cx="149352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Documentación de Código fuente </a:t>
            </a:r>
            <a:endParaRPr/>
          </a:p>
        </p:txBody>
      </p:sp>
      <p:pic>
        <p:nvPicPr>
          <p:cNvPr id="247" name="Google Shape;247;g8d8e8cbfd2_0_0"/>
          <p:cNvPicPr preferRelativeResize="0"/>
          <p:nvPr/>
        </p:nvPicPr>
        <p:blipFill>
          <a:blip r:embed="rId3">
            <a:alphaModFix/>
          </a:blip>
          <a:stretch>
            <a:fillRect/>
          </a:stretch>
        </p:blipFill>
        <p:spPr>
          <a:xfrm>
            <a:off x="1550725" y="1507851"/>
            <a:ext cx="15186556" cy="8777551"/>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g8a0ff6cbec_2_0"/>
          <p:cNvSpPr txBox="1">
            <a:spLocks noGrp="1"/>
          </p:cNvSpPr>
          <p:nvPr>
            <p:ph type="title"/>
          </p:nvPr>
        </p:nvSpPr>
        <p:spPr>
          <a:xfrm>
            <a:off x="1744875" y="685700"/>
            <a:ext cx="157833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Clasificación del lenguaje de programación que se utilizó</a:t>
            </a:r>
            <a:endParaRPr/>
          </a:p>
        </p:txBody>
      </p:sp>
      <p:sp>
        <p:nvSpPr>
          <p:cNvPr id="253" name="Google Shape;253;g8a0ff6cbec_2_0"/>
          <p:cNvSpPr txBox="1">
            <a:spLocks noGrp="1"/>
          </p:cNvSpPr>
          <p:nvPr>
            <p:ph type="body" idx="1"/>
          </p:nvPr>
        </p:nvSpPr>
        <p:spPr>
          <a:xfrm>
            <a:off x="1486250" y="1711699"/>
            <a:ext cx="14935200" cy="8573700"/>
          </a:xfrm>
          <a:prstGeom prst="rect">
            <a:avLst/>
          </a:prstGeom>
        </p:spPr>
        <p:txBody>
          <a:bodyPr spcFirstLastPara="1" wrap="square" lIns="91425" tIns="45700" rIns="91425" bIns="45700" anchor="t" anchorCtr="0">
            <a:noAutofit/>
          </a:bodyPr>
          <a:lstStyle/>
          <a:p>
            <a:pPr marL="457200" lvl="0" indent="-308610" algn="ctr" rtl="0">
              <a:spcBef>
                <a:spcPts val="900"/>
              </a:spcBef>
              <a:spcAft>
                <a:spcPts val="0"/>
              </a:spcAft>
              <a:buSzPts val="1260"/>
              <a:buChar char="●"/>
            </a:pPr>
            <a:r>
              <a:rPr lang="es-CL"/>
              <a:t>PHP corresponde a un lenguaje de alto nivel puesto que expresa los</a:t>
            </a:r>
            <a:endParaRPr/>
          </a:p>
          <a:p>
            <a:pPr marL="0" lvl="0" indent="0" algn="ctr" rtl="0">
              <a:spcBef>
                <a:spcPts val="900"/>
              </a:spcBef>
              <a:spcAft>
                <a:spcPts val="0"/>
              </a:spcAft>
              <a:buNone/>
            </a:pPr>
            <a:r>
              <a:rPr lang="es-CL"/>
              <a:t>algoritmos de manera adecuada a la capacidad cognitiva humana</a:t>
            </a:r>
            <a:endParaRPr/>
          </a:p>
          <a:p>
            <a:pPr marL="0" lvl="0" indent="0" algn="ctr" rtl="0">
              <a:spcBef>
                <a:spcPts val="900"/>
              </a:spcBef>
              <a:spcAft>
                <a:spcPts val="0"/>
              </a:spcAft>
              <a:buNone/>
            </a:pPr>
            <a:r>
              <a:rPr lang="es-CL"/>
              <a:t>en lugar de la capacidad con que los ejecuta las máquinas. PHP</a:t>
            </a:r>
            <a:endParaRPr/>
          </a:p>
          <a:p>
            <a:pPr marL="0" lvl="0" indent="0" algn="ctr" rtl="0">
              <a:spcBef>
                <a:spcPts val="900"/>
              </a:spcBef>
              <a:spcAft>
                <a:spcPts val="0"/>
              </a:spcAft>
              <a:buNone/>
            </a:pPr>
            <a:r>
              <a:rPr lang="es-CL"/>
              <a:t>suele estar orientado a objetos, a eventos o funciones, pudiendo estos combinarse.  </a:t>
            </a:r>
            <a:endParaRPr/>
          </a:p>
          <a:p>
            <a:pPr marL="457200" lvl="0" indent="-308610" algn="l" rtl="0">
              <a:spcBef>
                <a:spcPts val="900"/>
              </a:spcBef>
              <a:spcAft>
                <a:spcPts val="0"/>
              </a:spcAft>
              <a:buSzPts val="1260"/>
              <a:buChar char="●"/>
            </a:pPr>
            <a:r>
              <a:rPr lang="es-CL"/>
              <a:t>Se ejecuta en un servidor, para el caso de éste proyecto el servidor es local</a:t>
            </a:r>
            <a:endParaRPr/>
          </a:p>
          <a:p>
            <a:pPr marL="457200" lvl="0" indent="-308610" algn="l" rtl="0">
              <a:spcBef>
                <a:spcPts val="0"/>
              </a:spcBef>
              <a:spcAft>
                <a:spcPts val="0"/>
              </a:spcAft>
              <a:buSzPts val="1260"/>
              <a:buChar char="●"/>
            </a:pPr>
            <a:r>
              <a:rPr lang="es-CL"/>
              <a:t>PHP según el ranking de lenguajes en Tiobe.com se encuentra actualmente en junio 2020 en el octavo lugar con un rating de un</a:t>
            </a:r>
            <a:endParaRPr/>
          </a:p>
          <a:p>
            <a:pPr marL="457200" lvl="0" indent="0" algn="l" rtl="0">
              <a:spcBef>
                <a:spcPts val="900"/>
              </a:spcBef>
              <a:spcAft>
                <a:spcPts val="0"/>
              </a:spcAft>
              <a:buNone/>
            </a:pPr>
            <a:r>
              <a:rPr lang="es-CL"/>
              <a:t>2.26%.</a:t>
            </a:r>
            <a:endParaRPr/>
          </a:p>
          <a:p>
            <a:pPr marL="0" lvl="0" indent="0" algn="just" rtl="0">
              <a:spcBef>
                <a:spcPts val="900"/>
              </a:spcBef>
              <a:spcAft>
                <a:spcPts val="0"/>
              </a:spcAft>
              <a:buNone/>
            </a:pPr>
            <a:endParaRPr/>
          </a:p>
          <a:p>
            <a:pPr marL="0" lvl="0" indent="0" algn="just" rtl="0">
              <a:spcBef>
                <a:spcPts val="900"/>
              </a:spcBef>
              <a:spcAft>
                <a:spcPts val="0"/>
              </a:spcAft>
              <a:buNone/>
            </a:pPr>
            <a:r>
              <a:rPr lang="es-CL"/>
              <a:t>      </a:t>
            </a:r>
            <a:endParaRPr/>
          </a:p>
        </p:txBody>
      </p:sp>
      <p:pic>
        <p:nvPicPr>
          <p:cNvPr id="254" name="Google Shape;254;g8a0ff6cbec_2_0"/>
          <p:cNvPicPr preferRelativeResize="0"/>
          <p:nvPr/>
        </p:nvPicPr>
        <p:blipFill>
          <a:blip r:embed="rId3">
            <a:alphaModFix/>
          </a:blip>
          <a:stretch>
            <a:fillRect/>
          </a:stretch>
        </p:blipFill>
        <p:spPr>
          <a:xfrm>
            <a:off x="9144000" y="7532219"/>
            <a:ext cx="4279575" cy="27531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g85360d1b6e_0_0"/>
          <p:cNvSpPr txBox="1">
            <a:spLocks noGrp="1"/>
          </p:cNvSpPr>
          <p:nvPr>
            <p:ph type="title"/>
          </p:nvPr>
        </p:nvSpPr>
        <p:spPr>
          <a:xfrm>
            <a:off x="914400" y="1099993"/>
            <a:ext cx="149352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Requerimientos Principales</a:t>
            </a:r>
            <a:endParaRPr/>
          </a:p>
        </p:txBody>
      </p:sp>
      <p:sp>
        <p:nvSpPr>
          <p:cNvPr id="260" name="Google Shape;260;g85360d1b6e_0_0"/>
          <p:cNvSpPr txBox="1">
            <a:spLocks noGrp="1"/>
          </p:cNvSpPr>
          <p:nvPr>
            <p:ph type="body" idx="1"/>
          </p:nvPr>
        </p:nvSpPr>
        <p:spPr>
          <a:xfrm>
            <a:off x="10014600" y="2399925"/>
            <a:ext cx="6922800" cy="7309500"/>
          </a:xfrm>
          <a:prstGeom prst="rect">
            <a:avLst/>
          </a:prstGeom>
        </p:spPr>
        <p:txBody>
          <a:bodyPr spcFirstLastPara="1" wrap="square" lIns="91425" tIns="45700" rIns="91425" bIns="45700" anchor="t" anchorCtr="0">
            <a:noAutofit/>
          </a:bodyPr>
          <a:lstStyle/>
          <a:p>
            <a:pPr marL="1828800" lvl="0" indent="0" algn="l" rtl="0">
              <a:spcBef>
                <a:spcPts val="300"/>
              </a:spcBef>
              <a:spcAft>
                <a:spcPts val="0"/>
              </a:spcAft>
              <a:buNone/>
            </a:pPr>
            <a:endParaRPr sz="3000">
              <a:latin typeface="Times New Roman"/>
              <a:ea typeface="Times New Roman"/>
              <a:cs typeface="Times New Roman"/>
              <a:sym typeface="Times New Roman"/>
            </a:endParaRPr>
          </a:p>
          <a:p>
            <a:pPr marL="1737360" lvl="0" indent="-419100" algn="l" rtl="0">
              <a:spcBef>
                <a:spcPts val="300"/>
              </a:spcBef>
              <a:spcAft>
                <a:spcPts val="0"/>
              </a:spcAft>
              <a:buClr>
                <a:schemeClr val="dk1"/>
              </a:buClr>
              <a:buSzPts val="3000"/>
              <a:buFont typeface="Times New Roman"/>
              <a:buChar char="●"/>
            </a:pPr>
            <a:r>
              <a:rPr lang="es-CL" sz="3000">
                <a:latin typeface="Times New Roman"/>
                <a:ea typeface="Times New Roman"/>
                <a:cs typeface="Times New Roman"/>
                <a:sym typeface="Times New Roman"/>
              </a:rPr>
              <a:t>Reporte de garzones: </a:t>
            </a:r>
            <a:endParaRPr sz="3000">
              <a:latin typeface="Times New Roman"/>
              <a:ea typeface="Times New Roman"/>
              <a:cs typeface="Times New Roman"/>
              <a:sym typeface="Times New Roman"/>
            </a:endParaRPr>
          </a:p>
          <a:p>
            <a:pPr marL="182880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just" rtl="0">
              <a:spcBef>
                <a:spcPts val="300"/>
              </a:spcBef>
              <a:spcAft>
                <a:spcPts val="0"/>
              </a:spcAft>
              <a:buNone/>
            </a:pPr>
            <a:r>
              <a:rPr lang="es-CL" sz="3000">
                <a:latin typeface="Times New Roman"/>
                <a:ea typeface="Times New Roman"/>
                <a:cs typeface="Times New Roman"/>
                <a:sym typeface="Times New Roman"/>
              </a:rPr>
              <a:t>El administrador tendrá un control visual de los garzones, mediante el  acceso a los movimientos que está realizando cada uno de estos y a las respectivas mesas que se encuentran en atención; ésto con el fin de facilitar la organización y visualización de ventas por cada uno de los garzones en la vista del administrador.</a:t>
            </a:r>
            <a:endParaRPr sz="3000">
              <a:latin typeface="Times New Roman"/>
              <a:ea typeface="Times New Roman"/>
              <a:cs typeface="Times New Roman"/>
              <a:sym typeface="Times New Roman"/>
            </a:endParaRPr>
          </a:p>
        </p:txBody>
      </p:sp>
      <p:pic>
        <p:nvPicPr>
          <p:cNvPr id="261" name="Google Shape;261;g85360d1b6e_0_0"/>
          <p:cNvPicPr preferRelativeResize="0"/>
          <p:nvPr/>
        </p:nvPicPr>
        <p:blipFill>
          <a:blip r:embed="rId3">
            <a:alphaModFix/>
          </a:blip>
          <a:stretch>
            <a:fillRect/>
          </a:stretch>
        </p:blipFill>
        <p:spPr>
          <a:xfrm>
            <a:off x="475100" y="2949077"/>
            <a:ext cx="9455676" cy="57432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g85360d1b6e_0_5"/>
          <p:cNvSpPr txBox="1">
            <a:spLocks noGrp="1"/>
          </p:cNvSpPr>
          <p:nvPr>
            <p:ph type="title"/>
          </p:nvPr>
        </p:nvSpPr>
        <p:spPr>
          <a:xfrm>
            <a:off x="1140175" y="366243"/>
            <a:ext cx="149352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Pruebas de Requerimientos Efectuadas </a:t>
            </a:r>
            <a:endParaRPr/>
          </a:p>
        </p:txBody>
      </p:sp>
      <p:sp>
        <p:nvSpPr>
          <p:cNvPr id="267" name="Google Shape;267;g85360d1b6e_0_5"/>
          <p:cNvSpPr txBox="1">
            <a:spLocks noGrp="1"/>
          </p:cNvSpPr>
          <p:nvPr>
            <p:ph type="body" idx="1"/>
          </p:nvPr>
        </p:nvSpPr>
        <p:spPr>
          <a:xfrm>
            <a:off x="801500" y="1392250"/>
            <a:ext cx="15482700" cy="8541900"/>
          </a:xfrm>
          <a:prstGeom prst="rect">
            <a:avLst/>
          </a:prstGeom>
        </p:spPr>
        <p:txBody>
          <a:bodyPr spcFirstLastPara="1" wrap="square" lIns="91425" tIns="45700" rIns="91425" bIns="45700" anchor="t" anchorCtr="0">
            <a:noAutofit/>
          </a:bodyPr>
          <a:lstStyle/>
          <a:p>
            <a:pPr marL="0" lvl="0" indent="0" algn="just" rtl="0">
              <a:spcBef>
                <a:spcPts val="300"/>
              </a:spcBef>
              <a:spcAft>
                <a:spcPts val="0"/>
              </a:spcAft>
              <a:buNone/>
            </a:pPr>
            <a:endParaRPr sz="3000">
              <a:latin typeface="Times New Roman"/>
              <a:ea typeface="Times New Roman"/>
              <a:cs typeface="Times New Roman"/>
              <a:sym typeface="Times New Roman"/>
            </a:endParaRPr>
          </a:p>
          <a:p>
            <a:pPr marL="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just" rtl="0">
              <a:spcBef>
                <a:spcPts val="300"/>
              </a:spcBef>
              <a:spcAft>
                <a:spcPts val="0"/>
              </a:spcAft>
              <a:buNone/>
            </a:pPr>
            <a:endParaRPr sz="3000">
              <a:latin typeface="Times New Roman"/>
              <a:ea typeface="Times New Roman"/>
              <a:cs typeface="Times New Roman"/>
              <a:sym typeface="Times New Roman"/>
            </a:endParaRPr>
          </a:p>
        </p:txBody>
      </p:sp>
      <p:pic>
        <p:nvPicPr>
          <p:cNvPr id="268" name="Google Shape;268;g85360d1b6e_0_5"/>
          <p:cNvPicPr preferRelativeResize="0"/>
          <p:nvPr/>
        </p:nvPicPr>
        <p:blipFill rotWithShape="1">
          <a:blip r:embed="rId3">
            <a:alphaModFix/>
          </a:blip>
          <a:srcRect/>
          <a:stretch/>
        </p:blipFill>
        <p:spPr>
          <a:xfrm>
            <a:off x="8670276" y="6540625"/>
            <a:ext cx="8583751" cy="1712225"/>
          </a:xfrm>
          <a:prstGeom prst="rect">
            <a:avLst/>
          </a:prstGeom>
          <a:noFill/>
          <a:ln>
            <a:noFill/>
          </a:ln>
        </p:spPr>
      </p:pic>
      <p:pic>
        <p:nvPicPr>
          <p:cNvPr id="269" name="Google Shape;269;g85360d1b6e_0_5"/>
          <p:cNvPicPr preferRelativeResize="0"/>
          <p:nvPr/>
        </p:nvPicPr>
        <p:blipFill rotWithShape="1">
          <a:blip r:embed="rId4">
            <a:alphaModFix/>
          </a:blip>
          <a:srcRect/>
          <a:stretch/>
        </p:blipFill>
        <p:spPr>
          <a:xfrm>
            <a:off x="8588800" y="2107155"/>
            <a:ext cx="8746699" cy="2560807"/>
          </a:xfrm>
          <a:prstGeom prst="rect">
            <a:avLst/>
          </a:prstGeom>
          <a:noFill/>
          <a:ln>
            <a:noFill/>
          </a:ln>
        </p:spPr>
      </p:pic>
      <p:pic>
        <p:nvPicPr>
          <p:cNvPr id="270" name="Google Shape;270;g85360d1b6e_0_5"/>
          <p:cNvPicPr preferRelativeResize="0"/>
          <p:nvPr/>
        </p:nvPicPr>
        <p:blipFill>
          <a:blip r:embed="rId5">
            <a:alphaModFix/>
          </a:blip>
          <a:stretch>
            <a:fillRect/>
          </a:stretch>
        </p:blipFill>
        <p:spPr>
          <a:xfrm>
            <a:off x="1140175" y="2107150"/>
            <a:ext cx="6362550" cy="2882400"/>
          </a:xfrm>
          <a:prstGeom prst="rect">
            <a:avLst/>
          </a:prstGeom>
          <a:noFill/>
          <a:ln>
            <a:noFill/>
          </a:ln>
        </p:spPr>
      </p:pic>
      <p:pic>
        <p:nvPicPr>
          <p:cNvPr id="271" name="Google Shape;271;g85360d1b6e_0_5"/>
          <p:cNvPicPr preferRelativeResize="0"/>
          <p:nvPr/>
        </p:nvPicPr>
        <p:blipFill>
          <a:blip r:embed="rId6">
            <a:alphaModFix/>
          </a:blip>
          <a:stretch>
            <a:fillRect/>
          </a:stretch>
        </p:blipFill>
        <p:spPr>
          <a:xfrm>
            <a:off x="1140175" y="5704450"/>
            <a:ext cx="6362551" cy="29949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g88acd31298_0_14"/>
          <p:cNvSpPr txBox="1">
            <a:spLocks noGrp="1"/>
          </p:cNvSpPr>
          <p:nvPr>
            <p:ph type="title"/>
          </p:nvPr>
        </p:nvSpPr>
        <p:spPr>
          <a:xfrm>
            <a:off x="1140175" y="366243"/>
            <a:ext cx="149352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Pruebas de Requerimientos </a:t>
            </a:r>
            <a:endParaRPr/>
          </a:p>
        </p:txBody>
      </p:sp>
      <p:sp>
        <p:nvSpPr>
          <p:cNvPr id="277" name="Google Shape;277;g88acd31298_0_14"/>
          <p:cNvSpPr txBox="1">
            <a:spLocks noGrp="1"/>
          </p:cNvSpPr>
          <p:nvPr>
            <p:ph type="body" idx="1"/>
          </p:nvPr>
        </p:nvSpPr>
        <p:spPr>
          <a:xfrm>
            <a:off x="979250" y="872550"/>
            <a:ext cx="15482700" cy="8541900"/>
          </a:xfrm>
          <a:prstGeom prst="rect">
            <a:avLst/>
          </a:prstGeom>
        </p:spPr>
        <p:txBody>
          <a:bodyPr spcFirstLastPara="1" wrap="square" lIns="91425" tIns="45700" rIns="91425" bIns="45700" anchor="t" anchorCtr="0">
            <a:noAutofit/>
          </a:bodyPr>
          <a:lstStyle/>
          <a:p>
            <a:pPr marL="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just" rtl="0">
              <a:spcBef>
                <a:spcPts val="300"/>
              </a:spcBef>
              <a:spcAft>
                <a:spcPts val="0"/>
              </a:spcAft>
              <a:buNone/>
            </a:pPr>
            <a:endParaRPr sz="3000">
              <a:latin typeface="Times New Roman"/>
              <a:ea typeface="Times New Roman"/>
              <a:cs typeface="Times New Roman"/>
              <a:sym typeface="Times New Roman"/>
            </a:endParaRPr>
          </a:p>
        </p:txBody>
      </p:sp>
      <p:pic>
        <p:nvPicPr>
          <p:cNvPr id="278" name="Google Shape;278;g88acd31298_0_14"/>
          <p:cNvPicPr preferRelativeResize="0"/>
          <p:nvPr/>
        </p:nvPicPr>
        <p:blipFill>
          <a:blip r:embed="rId3">
            <a:alphaModFix/>
          </a:blip>
          <a:stretch>
            <a:fillRect/>
          </a:stretch>
        </p:blipFill>
        <p:spPr>
          <a:xfrm>
            <a:off x="1522875" y="1911775"/>
            <a:ext cx="6860226" cy="3689934"/>
          </a:xfrm>
          <a:prstGeom prst="rect">
            <a:avLst/>
          </a:prstGeom>
          <a:noFill/>
          <a:ln>
            <a:noFill/>
          </a:ln>
        </p:spPr>
      </p:pic>
      <p:pic>
        <p:nvPicPr>
          <p:cNvPr id="279" name="Google Shape;279;g88acd31298_0_14"/>
          <p:cNvPicPr preferRelativeResize="0"/>
          <p:nvPr/>
        </p:nvPicPr>
        <p:blipFill>
          <a:blip r:embed="rId4">
            <a:alphaModFix/>
          </a:blip>
          <a:stretch>
            <a:fillRect/>
          </a:stretch>
        </p:blipFill>
        <p:spPr>
          <a:xfrm>
            <a:off x="1522875" y="5807526"/>
            <a:ext cx="6860225" cy="3966369"/>
          </a:xfrm>
          <a:prstGeom prst="rect">
            <a:avLst/>
          </a:prstGeom>
          <a:noFill/>
          <a:ln>
            <a:noFill/>
          </a:ln>
        </p:spPr>
      </p:pic>
      <p:pic>
        <p:nvPicPr>
          <p:cNvPr id="280" name="Google Shape;280;g88acd31298_0_14"/>
          <p:cNvPicPr preferRelativeResize="0"/>
          <p:nvPr/>
        </p:nvPicPr>
        <p:blipFill>
          <a:blip r:embed="rId5">
            <a:alphaModFix/>
          </a:blip>
          <a:stretch>
            <a:fillRect/>
          </a:stretch>
        </p:blipFill>
        <p:spPr>
          <a:xfrm>
            <a:off x="9280813" y="5807525"/>
            <a:ext cx="6860225" cy="3966375"/>
          </a:xfrm>
          <a:prstGeom prst="rect">
            <a:avLst/>
          </a:prstGeom>
          <a:noFill/>
          <a:ln>
            <a:noFill/>
          </a:ln>
        </p:spPr>
      </p:pic>
      <p:pic>
        <p:nvPicPr>
          <p:cNvPr id="281" name="Google Shape;281;g88acd31298_0_14"/>
          <p:cNvPicPr preferRelativeResize="0"/>
          <p:nvPr/>
        </p:nvPicPr>
        <p:blipFill>
          <a:blip r:embed="rId6">
            <a:alphaModFix/>
          </a:blip>
          <a:stretch>
            <a:fillRect/>
          </a:stretch>
        </p:blipFill>
        <p:spPr>
          <a:xfrm>
            <a:off x="9144000" y="1911775"/>
            <a:ext cx="7133839" cy="36899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g88acd31298_0_26"/>
          <p:cNvSpPr txBox="1">
            <a:spLocks noGrp="1"/>
          </p:cNvSpPr>
          <p:nvPr>
            <p:ph type="title"/>
          </p:nvPr>
        </p:nvSpPr>
        <p:spPr>
          <a:xfrm>
            <a:off x="1140175" y="366243"/>
            <a:ext cx="149352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Presentación del SW en operación</a:t>
            </a:r>
            <a:endParaRPr/>
          </a:p>
        </p:txBody>
      </p:sp>
      <p:sp>
        <p:nvSpPr>
          <p:cNvPr id="287" name="Google Shape;287;g88acd31298_0_26"/>
          <p:cNvSpPr txBox="1">
            <a:spLocks noGrp="1"/>
          </p:cNvSpPr>
          <p:nvPr>
            <p:ph type="body" idx="1"/>
          </p:nvPr>
        </p:nvSpPr>
        <p:spPr>
          <a:xfrm>
            <a:off x="866425" y="1392250"/>
            <a:ext cx="15482700" cy="8541900"/>
          </a:xfrm>
          <a:prstGeom prst="rect">
            <a:avLst/>
          </a:prstGeom>
        </p:spPr>
        <p:txBody>
          <a:bodyPr spcFirstLastPara="1" wrap="square" lIns="91425" tIns="45700" rIns="91425" bIns="45700" anchor="t" anchorCtr="0">
            <a:noAutofit/>
          </a:bodyPr>
          <a:lstStyle/>
          <a:p>
            <a:pPr marL="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l" rtl="0">
              <a:spcBef>
                <a:spcPts val="300"/>
              </a:spcBef>
              <a:spcAft>
                <a:spcPts val="0"/>
              </a:spcAft>
              <a:buNone/>
            </a:pPr>
            <a:endParaRPr sz="3000">
              <a:latin typeface="Times New Roman"/>
              <a:ea typeface="Times New Roman"/>
              <a:cs typeface="Times New Roman"/>
              <a:sym typeface="Times New Roman"/>
            </a:endParaRPr>
          </a:p>
          <a:p>
            <a:pPr marL="0" lvl="0" indent="0" algn="just" rtl="0">
              <a:spcBef>
                <a:spcPts val="300"/>
              </a:spcBef>
              <a:spcAft>
                <a:spcPts val="0"/>
              </a:spcAft>
              <a:buNone/>
            </a:pPr>
            <a:endParaRPr sz="5700" b="1" u="sng">
              <a:latin typeface="Times New Roman"/>
              <a:ea typeface="Times New Roman"/>
              <a:cs typeface="Times New Roman"/>
              <a:sym typeface="Times New Roman"/>
            </a:endParaRPr>
          </a:p>
        </p:txBody>
      </p:sp>
      <p:pic>
        <p:nvPicPr>
          <p:cNvPr id="288" name="Google Shape;288;g88acd31298_0_26" descr="Funcionalidades de software" title="SW_UDLA_Sistema_Restobar">
            <a:hlinkClick r:id="rId3"/>
          </p:cNvPr>
          <p:cNvPicPr preferRelativeResize="0"/>
          <p:nvPr/>
        </p:nvPicPr>
        <p:blipFill>
          <a:blip r:embed="rId4">
            <a:alphaModFix/>
          </a:blip>
          <a:stretch>
            <a:fillRect/>
          </a:stretch>
        </p:blipFill>
        <p:spPr>
          <a:xfrm>
            <a:off x="3449400" y="1534250"/>
            <a:ext cx="11389200" cy="85419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g8d8228ba78_0_4"/>
          <p:cNvSpPr txBox="1">
            <a:spLocks noGrp="1"/>
          </p:cNvSpPr>
          <p:nvPr>
            <p:ph type="title"/>
          </p:nvPr>
        </p:nvSpPr>
        <p:spPr>
          <a:xfrm>
            <a:off x="914400" y="1099993"/>
            <a:ext cx="149352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Diagrama de flujo vista Administrador</a:t>
            </a:r>
            <a:endParaRPr/>
          </a:p>
        </p:txBody>
      </p:sp>
      <p:pic>
        <p:nvPicPr>
          <p:cNvPr id="294" name="Google Shape;294;g8d8228ba78_0_4"/>
          <p:cNvPicPr preferRelativeResize="0"/>
          <p:nvPr/>
        </p:nvPicPr>
        <p:blipFill>
          <a:blip r:embed="rId3">
            <a:alphaModFix/>
          </a:blip>
          <a:stretch>
            <a:fillRect/>
          </a:stretch>
        </p:blipFill>
        <p:spPr>
          <a:xfrm>
            <a:off x="3377475" y="2057200"/>
            <a:ext cx="8860390" cy="815940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g8d8228ba78_0_10"/>
          <p:cNvSpPr txBox="1">
            <a:spLocks noGrp="1"/>
          </p:cNvSpPr>
          <p:nvPr>
            <p:ph type="title"/>
          </p:nvPr>
        </p:nvSpPr>
        <p:spPr>
          <a:xfrm>
            <a:off x="914400" y="1099993"/>
            <a:ext cx="149352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Diagrama de flujo venta Garzones</a:t>
            </a:r>
            <a:endParaRPr/>
          </a:p>
        </p:txBody>
      </p:sp>
      <p:pic>
        <p:nvPicPr>
          <p:cNvPr id="300" name="Google Shape;300;g8d8228ba78_0_10"/>
          <p:cNvPicPr preferRelativeResize="0"/>
          <p:nvPr/>
        </p:nvPicPr>
        <p:blipFill>
          <a:blip r:embed="rId3">
            <a:alphaModFix/>
          </a:blip>
          <a:stretch>
            <a:fillRect/>
          </a:stretch>
        </p:blipFill>
        <p:spPr>
          <a:xfrm>
            <a:off x="3580925" y="2278401"/>
            <a:ext cx="9602146" cy="8007001"/>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g860a5c84ad_0_36"/>
          <p:cNvSpPr txBox="1">
            <a:spLocks noGrp="1"/>
          </p:cNvSpPr>
          <p:nvPr>
            <p:ph type="title"/>
          </p:nvPr>
        </p:nvSpPr>
        <p:spPr>
          <a:xfrm>
            <a:off x="914400" y="1099993"/>
            <a:ext cx="149352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Impactos Positivos del proyecto</a:t>
            </a:r>
            <a:endParaRPr/>
          </a:p>
        </p:txBody>
      </p:sp>
      <p:sp>
        <p:nvSpPr>
          <p:cNvPr id="306" name="Google Shape;306;g860a5c84ad_0_36"/>
          <p:cNvSpPr txBox="1">
            <a:spLocks noGrp="1"/>
          </p:cNvSpPr>
          <p:nvPr>
            <p:ph type="body" idx="1"/>
          </p:nvPr>
        </p:nvSpPr>
        <p:spPr>
          <a:xfrm>
            <a:off x="914400" y="2399925"/>
            <a:ext cx="15617400" cy="7309500"/>
          </a:xfrm>
          <a:prstGeom prst="rect">
            <a:avLst/>
          </a:prstGeom>
        </p:spPr>
        <p:txBody>
          <a:bodyPr spcFirstLastPara="1" wrap="square" lIns="91425" tIns="45700" rIns="91425" bIns="45700" anchor="t" anchorCtr="0">
            <a:noAutofit/>
          </a:bodyPr>
          <a:lstStyle/>
          <a:p>
            <a:pPr marL="0" lvl="0" indent="0" algn="just" rtl="0">
              <a:spcBef>
                <a:spcPts val="300"/>
              </a:spcBef>
              <a:spcAft>
                <a:spcPts val="0"/>
              </a:spcAft>
              <a:buNone/>
            </a:pPr>
            <a:r>
              <a:rPr lang="es-CL" sz="3000">
                <a:latin typeface="Times New Roman"/>
                <a:ea typeface="Times New Roman"/>
                <a:cs typeface="Times New Roman"/>
                <a:sym typeface="Times New Roman"/>
              </a:rPr>
              <a:t>En el análisis de evaluación del proyecto, focalizamos dentro de este 5 impactos positivos:</a:t>
            </a:r>
            <a:endParaRPr sz="3000">
              <a:latin typeface="Times New Roman"/>
              <a:ea typeface="Times New Roman"/>
              <a:cs typeface="Times New Roman"/>
              <a:sym typeface="Times New Roman"/>
            </a:endParaRPr>
          </a:p>
          <a:p>
            <a:pPr marL="0" lvl="0" indent="0" algn="just" rtl="0">
              <a:spcBef>
                <a:spcPts val="300"/>
              </a:spcBef>
              <a:spcAft>
                <a:spcPts val="0"/>
              </a:spcAft>
              <a:buNone/>
            </a:pPr>
            <a:endParaRPr sz="3000">
              <a:latin typeface="Times New Roman"/>
              <a:ea typeface="Times New Roman"/>
              <a:cs typeface="Times New Roman"/>
              <a:sym typeface="Times New Roman"/>
            </a:endParaRPr>
          </a:p>
          <a:p>
            <a:pPr marL="457200" lvl="0" indent="-419100" algn="just" rtl="0">
              <a:spcBef>
                <a:spcPts val="300"/>
              </a:spcBef>
              <a:spcAft>
                <a:spcPts val="0"/>
              </a:spcAft>
              <a:buSzPts val="3000"/>
              <a:buFont typeface="Times New Roman"/>
              <a:buChar char="●"/>
            </a:pPr>
            <a:r>
              <a:rPr lang="es-CL" sz="3000">
                <a:latin typeface="Times New Roman"/>
                <a:ea typeface="Times New Roman"/>
                <a:cs typeface="Times New Roman"/>
                <a:sym typeface="Times New Roman"/>
              </a:rPr>
              <a:t>Fortalecimiento del control de productos de nuestro cliente.</a:t>
            </a:r>
            <a:endParaRPr sz="3000">
              <a:latin typeface="Times New Roman"/>
              <a:ea typeface="Times New Roman"/>
              <a:cs typeface="Times New Roman"/>
              <a:sym typeface="Times New Roman"/>
            </a:endParaRPr>
          </a:p>
          <a:p>
            <a:pPr marL="457200" lvl="0" indent="-419100" algn="just" rtl="0">
              <a:spcBef>
                <a:spcPts val="0"/>
              </a:spcBef>
              <a:spcAft>
                <a:spcPts val="0"/>
              </a:spcAft>
              <a:buSzPts val="3000"/>
              <a:buFont typeface="Times New Roman"/>
              <a:buChar char="●"/>
            </a:pPr>
            <a:r>
              <a:rPr lang="es-CL" sz="3000">
                <a:latin typeface="Times New Roman"/>
                <a:ea typeface="Times New Roman"/>
                <a:cs typeface="Times New Roman"/>
                <a:sym typeface="Times New Roman"/>
              </a:rPr>
              <a:t>Administración y gestión ágil dentro de la estructura jerárquica de la empresa.</a:t>
            </a:r>
            <a:endParaRPr sz="3000">
              <a:latin typeface="Times New Roman"/>
              <a:ea typeface="Times New Roman"/>
              <a:cs typeface="Times New Roman"/>
              <a:sym typeface="Times New Roman"/>
            </a:endParaRPr>
          </a:p>
          <a:p>
            <a:pPr marL="2743200" lvl="4" indent="-419100" algn="just" rtl="0">
              <a:spcBef>
                <a:spcPts val="0"/>
              </a:spcBef>
              <a:spcAft>
                <a:spcPts val="0"/>
              </a:spcAft>
              <a:buSzPts val="3000"/>
              <a:buFont typeface="Times New Roman"/>
              <a:buChar char="○"/>
            </a:pPr>
            <a:r>
              <a:rPr lang="es-CL" sz="3000">
                <a:latin typeface="Times New Roman"/>
                <a:ea typeface="Times New Roman"/>
                <a:cs typeface="Times New Roman"/>
                <a:sym typeface="Times New Roman"/>
              </a:rPr>
              <a:t>Administrador</a:t>
            </a:r>
            <a:endParaRPr sz="3000">
              <a:latin typeface="Times New Roman"/>
              <a:ea typeface="Times New Roman"/>
              <a:cs typeface="Times New Roman"/>
              <a:sym typeface="Times New Roman"/>
            </a:endParaRPr>
          </a:p>
          <a:p>
            <a:pPr marL="2743200" lvl="4" indent="-419100" algn="just" rtl="0">
              <a:spcBef>
                <a:spcPts val="0"/>
              </a:spcBef>
              <a:spcAft>
                <a:spcPts val="0"/>
              </a:spcAft>
              <a:buSzPts val="3000"/>
              <a:buFont typeface="Times New Roman"/>
              <a:buChar char="○"/>
            </a:pPr>
            <a:r>
              <a:rPr lang="es-CL" sz="3000">
                <a:latin typeface="Times New Roman"/>
                <a:ea typeface="Times New Roman"/>
                <a:cs typeface="Times New Roman"/>
                <a:sym typeface="Times New Roman"/>
              </a:rPr>
              <a:t>Cajero</a:t>
            </a:r>
            <a:endParaRPr sz="3000">
              <a:latin typeface="Times New Roman"/>
              <a:ea typeface="Times New Roman"/>
              <a:cs typeface="Times New Roman"/>
              <a:sym typeface="Times New Roman"/>
            </a:endParaRPr>
          </a:p>
          <a:p>
            <a:pPr marL="2743200" lvl="4" indent="-419100" algn="just" rtl="0">
              <a:spcBef>
                <a:spcPts val="0"/>
              </a:spcBef>
              <a:spcAft>
                <a:spcPts val="0"/>
              </a:spcAft>
              <a:buSzPts val="3000"/>
              <a:buFont typeface="Times New Roman"/>
              <a:buChar char="○"/>
            </a:pPr>
            <a:r>
              <a:rPr lang="es-CL" sz="3000">
                <a:latin typeface="Times New Roman"/>
                <a:ea typeface="Times New Roman"/>
                <a:cs typeface="Times New Roman"/>
                <a:sym typeface="Times New Roman"/>
              </a:rPr>
              <a:t>Garzones</a:t>
            </a:r>
            <a:endParaRPr sz="3000">
              <a:latin typeface="Times New Roman"/>
              <a:ea typeface="Times New Roman"/>
              <a:cs typeface="Times New Roman"/>
              <a:sym typeface="Times New Roman"/>
            </a:endParaRPr>
          </a:p>
          <a:p>
            <a:pPr marL="457200" lvl="0" indent="-419100" algn="just" rtl="0">
              <a:spcBef>
                <a:spcPts val="0"/>
              </a:spcBef>
              <a:spcAft>
                <a:spcPts val="0"/>
              </a:spcAft>
              <a:buSzPts val="3000"/>
              <a:buFont typeface="Times New Roman"/>
              <a:buChar char="●"/>
            </a:pPr>
            <a:r>
              <a:rPr lang="es-CL" sz="3000">
                <a:latin typeface="Times New Roman"/>
                <a:ea typeface="Times New Roman"/>
                <a:cs typeface="Times New Roman"/>
                <a:sym typeface="Times New Roman"/>
              </a:rPr>
              <a:t>Mejor atención a los clientes del local, reduciendo </a:t>
            </a:r>
            <a:endParaRPr sz="3000">
              <a:latin typeface="Times New Roman"/>
              <a:ea typeface="Times New Roman"/>
              <a:cs typeface="Times New Roman"/>
              <a:sym typeface="Times New Roman"/>
            </a:endParaRPr>
          </a:p>
          <a:p>
            <a:pPr marL="0" lvl="0" indent="0" algn="just" rtl="0">
              <a:spcBef>
                <a:spcPts val="300"/>
              </a:spcBef>
              <a:spcAft>
                <a:spcPts val="0"/>
              </a:spcAft>
              <a:buNone/>
            </a:pPr>
            <a:r>
              <a:rPr lang="es-CL" sz="3000">
                <a:latin typeface="Times New Roman"/>
                <a:ea typeface="Times New Roman"/>
                <a:cs typeface="Times New Roman"/>
                <a:sym typeface="Times New Roman"/>
              </a:rPr>
              <a:t>     los tiempos de llegada de productos a mesa.</a:t>
            </a:r>
            <a:endParaRPr sz="3000">
              <a:latin typeface="Times New Roman"/>
              <a:ea typeface="Times New Roman"/>
              <a:cs typeface="Times New Roman"/>
              <a:sym typeface="Times New Roman"/>
            </a:endParaRPr>
          </a:p>
          <a:p>
            <a:pPr marL="457200" lvl="0" indent="-419100" algn="just" rtl="0">
              <a:spcBef>
                <a:spcPts val="300"/>
              </a:spcBef>
              <a:spcAft>
                <a:spcPts val="0"/>
              </a:spcAft>
              <a:buSzPts val="3000"/>
              <a:buFont typeface="Times New Roman"/>
              <a:buChar char="●"/>
            </a:pPr>
            <a:r>
              <a:rPr lang="es-CL" sz="3000">
                <a:latin typeface="Times New Roman"/>
                <a:ea typeface="Times New Roman"/>
                <a:cs typeface="Times New Roman"/>
                <a:sym typeface="Times New Roman"/>
              </a:rPr>
              <a:t>Generación de un análisis mensual, semestral </a:t>
            </a:r>
            <a:endParaRPr sz="3000">
              <a:latin typeface="Times New Roman"/>
              <a:ea typeface="Times New Roman"/>
              <a:cs typeface="Times New Roman"/>
              <a:sym typeface="Times New Roman"/>
            </a:endParaRPr>
          </a:p>
          <a:p>
            <a:pPr marL="0" lvl="0" indent="0" algn="just" rtl="0">
              <a:spcBef>
                <a:spcPts val="300"/>
              </a:spcBef>
              <a:spcAft>
                <a:spcPts val="0"/>
              </a:spcAft>
              <a:buNone/>
            </a:pPr>
            <a:r>
              <a:rPr lang="es-CL" sz="3000">
                <a:latin typeface="Times New Roman"/>
                <a:ea typeface="Times New Roman"/>
                <a:cs typeface="Times New Roman"/>
                <a:sym typeface="Times New Roman"/>
              </a:rPr>
              <a:t>     y anual de las ventas, lo que permitirá un mejor control </a:t>
            </a:r>
            <a:endParaRPr sz="3000">
              <a:latin typeface="Times New Roman"/>
              <a:ea typeface="Times New Roman"/>
              <a:cs typeface="Times New Roman"/>
              <a:sym typeface="Times New Roman"/>
            </a:endParaRPr>
          </a:p>
          <a:p>
            <a:pPr marL="0" lvl="0" indent="0" algn="just" rtl="0">
              <a:spcBef>
                <a:spcPts val="300"/>
              </a:spcBef>
              <a:spcAft>
                <a:spcPts val="0"/>
              </a:spcAft>
              <a:buNone/>
            </a:pPr>
            <a:r>
              <a:rPr lang="es-CL" sz="3000">
                <a:latin typeface="Times New Roman"/>
                <a:ea typeface="Times New Roman"/>
                <a:cs typeface="Times New Roman"/>
                <a:sym typeface="Times New Roman"/>
              </a:rPr>
              <a:t>    de solicitudes.</a:t>
            </a:r>
            <a:endParaRPr sz="3000">
              <a:latin typeface="Times New Roman"/>
              <a:ea typeface="Times New Roman"/>
              <a:cs typeface="Times New Roman"/>
              <a:sym typeface="Times New Roman"/>
            </a:endParaRPr>
          </a:p>
          <a:p>
            <a:pPr marL="457200" lvl="0" indent="-419100" algn="just" rtl="0">
              <a:spcBef>
                <a:spcPts val="300"/>
              </a:spcBef>
              <a:spcAft>
                <a:spcPts val="0"/>
              </a:spcAft>
              <a:buSzPts val="3000"/>
              <a:buFont typeface="Times New Roman"/>
              <a:buChar char="●"/>
            </a:pPr>
            <a:r>
              <a:rPr lang="es-CL" sz="3000">
                <a:latin typeface="Times New Roman"/>
                <a:ea typeface="Times New Roman"/>
                <a:cs typeface="Times New Roman"/>
                <a:sym typeface="Times New Roman"/>
              </a:rPr>
              <a:t>Estructura de datos que permitirá un estudio analitico del negocio para mejorar sus estrategias frente al mercado.</a:t>
            </a:r>
            <a:endParaRPr sz="3000">
              <a:latin typeface="Times New Roman"/>
              <a:ea typeface="Times New Roman"/>
              <a:cs typeface="Times New Roman"/>
              <a:sym typeface="Times New Roman"/>
            </a:endParaRPr>
          </a:p>
        </p:txBody>
      </p:sp>
      <p:pic>
        <p:nvPicPr>
          <p:cNvPr id="307" name="Google Shape;307;g860a5c84ad_0_36"/>
          <p:cNvPicPr preferRelativeResize="0"/>
          <p:nvPr/>
        </p:nvPicPr>
        <p:blipFill>
          <a:blip r:embed="rId3">
            <a:alphaModFix/>
          </a:blip>
          <a:stretch>
            <a:fillRect/>
          </a:stretch>
        </p:blipFill>
        <p:spPr>
          <a:xfrm>
            <a:off x="10491075" y="4635688"/>
            <a:ext cx="5581650" cy="334327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g860a5c84ad_0_41"/>
          <p:cNvSpPr txBox="1">
            <a:spLocks noGrp="1"/>
          </p:cNvSpPr>
          <p:nvPr>
            <p:ph type="title"/>
          </p:nvPr>
        </p:nvSpPr>
        <p:spPr>
          <a:xfrm>
            <a:off x="914400" y="1099993"/>
            <a:ext cx="149352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Impactos Negativos del Proyecto</a:t>
            </a:r>
            <a:endParaRPr/>
          </a:p>
        </p:txBody>
      </p:sp>
      <p:sp>
        <p:nvSpPr>
          <p:cNvPr id="313" name="Google Shape;313;g860a5c84ad_0_41"/>
          <p:cNvSpPr txBox="1">
            <a:spLocks noGrp="1"/>
          </p:cNvSpPr>
          <p:nvPr>
            <p:ph type="body" idx="1"/>
          </p:nvPr>
        </p:nvSpPr>
        <p:spPr>
          <a:xfrm>
            <a:off x="914400" y="2399925"/>
            <a:ext cx="15617400" cy="7309500"/>
          </a:xfrm>
          <a:prstGeom prst="rect">
            <a:avLst/>
          </a:prstGeom>
        </p:spPr>
        <p:txBody>
          <a:bodyPr spcFirstLastPara="1" wrap="square" lIns="91425" tIns="45700" rIns="91425" bIns="45700" anchor="t" anchorCtr="0">
            <a:noAutofit/>
          </a:bodyPr>
          <a:lstStyle/>
          <a:p>
            <a:pPr marL="0" lvl="0" indent="0" algn="ctr" rtl="0">
              <a:spcBef>
                <a:spcPts val="300"/>
              </a:spcBef>
              <a:spcAft>
                <a:spcPts val="0"/>
              </a:spcAft>
              <a:buNone/>
            </a:pPr>
            <a:r>
              <a:rPr lang="es-CL" sz="3000">
                <a:latin typeface="Times New Roman"/>
                <a:ea typeface="Times New Roman"/>
                <a:cs typeface="Times New Roman"/>
                <a:sym typeface="Times New Roman"/>
              </a:rPr>
              <a:t>El proyecto, post entrega, puede verse afectado negativamente si no se abordan claramente las solicitudes de los interesados.</a:t>
            </a:r>
            <a:endParaRPr sz="3000">
              <a:latin typeface="Times New Roman"/>
              <a:ea typeface="Times New Roman"/>
              <a:cs typeface="Times New Roman"/>
              <a:sym typeface="Times New Roman"/>
            </a:endParaRPr>
          </a:p>
          <a:p>
            <a:pPr marL="0" lvl="0" indent="0" algn="l" rtl="0">
              <a:spcBef>
                <a:spcPts val="300"/>
              </a:spcBef>
              <a:spcAft>
                <a:spcPts val="0"/>
              </a:spcAft>
              <a:buNone/>
            </a:pPr>
            <a:endParaRPr sz="3000">
              <a:latin typeface="Times New Roman"/>
              <a:ea typeface="Times New Roman"/>
              <a:cs typeface="Times New Roman"/>
              <a:sym typeface="Times New Roman"/>
            </a:endParaRPr>
          </a:p>
          <a:p>
            <a:pPr marL="457200" lvl="0" indent="-419100" algn="l" rtl="0">
              <a:spcBef>
                <a:spcPts val="300"/>
              </a:spcBef>
              <a:spcAft>
                <a:spcPts val="0"/>
              </a:spcAft>
              <a:buSzPts val="3000"/>
              <a:buFont typeface="Times New Roman"/>
              <a:buChar char="●"/>
            </a:pPr>
            <a:r>
              <a:rPr lang="es-CL" sz="3000">
                <a:latin typeface="Times New Roman"/>
                <a:ea typeface="Times New Roman"/>
                <a:cs typeface="Times New Roman"/>
                <a:sym typeface="Times New Roman"/>
              </a:rPr>
              <a:t>Rotación constante de personal (Reticencia al cambio o negación al uso de la plataforma) que afecta directamente a:</a:t>
            </a:r>
            <a:endParaRPr sz="3000">
              <a:latin typeface="Times New Roman"/>
              <a:ea typeface="Times New Roman"/>
              <a:cs typeface="Times New Roman"/>
              <a:sym typeface="Times New Roman"/>
            </a:endParaRPr>
          </a:p>
          <a:p>
            <a:pPr marL="2743200" lvl="5" indent="-419100" algn="l" rtl="0">
              <a:spcBef>
                <a:spcPts val="0"/>
              </a:spcBef>
              <a:spcAft>
                <a:spcPts val="0"/>
              </a:spcAft>
              <a:buSzPts val="3000"/>
              <a:buFont typeface="Times New Roman"/>
              <a:buChar char="■"/>
            </a:pPr>
            <a:r>
              <a:rPr lang="es-CL" sz="3000">
                <a:latin typeface="Times New Roman"/>
                <a:ea typeface="Times New Roman"/>
                <a:cs typeface="Times New Roman"/>
                <a:sym typeface="Times New Roman"/>
              </a:rPr>
              <a:t>Administrador.</a:t>
            </a:r>
            <a:endParaRPr sz="3000">
              <a:latin typeface="Times New Roman"/>
              <a:ea typeface="Times New Roman"/>
              <a:cs typeface="Times New Roman"/>
              <a:sym typeface="Times New Roman"/>
            </a:endParaRPr>
          </a:p>
          <a:p>
            <a:pPr marL="2743200" lvl="5" indent="-419100" algn="l" rtl="0">
              <a:spcBef>
                <a:spcPts val="0"/>
              </a:spcBef>
              <a:spcAft>
                <a:spcPts val="0"/>
              </a:spcAft>
              <a:buSzPts val="3000"/>
              <a:buFont typeface="Times New Roman"/>
              <a:buChar char="■"/>
            </a:pPr>
            <a:r>
              <a:rPr lang="es-CL" sz="3000">
                <a:latin typeface="Times New Roman"/>
                <a:ea typeface="Times New Roman"/>
                <a:cs typeface="Times New Roman"/>
                <a:sym typeface="Times New Roman"/>
              </a:rPr>
              <a:t>Garzones.</a:t>
            </a:r>
            <a:endParaRPr sz="3000">
              <a:latin typeface="Times New Roman"/>
              <a:ea typeface="Times New Roman"/>
              <a:cs typeface="Times New Roman"/>
              <a:sym typeface="Times New Roman"/>
            </a:endParaRPr>
          </a:p>
          <a:p>
            <a:pPr marL="2743200" lvl="5" indent="-419100" algn="l" rtl="0">
              <a:spcBef>
                <a:spcPts val="0"/>
              </a:spcBef>
              <a:spcAft>
                <a:spcPts val="0"/>
              </a:spcAft>
              <a:buSzPts val="3000"/>
              <a:buFont typeface="Times New Roman"/>
              <a:buChar char="■"/>
            </a:pPr>
            <a:r>
              <a:rPr lang="es-CL" sz="3000">
                <a:latin typeface="Times New Roman"/>
                <a:ea typeface="Times New Roman"/>
                <a:cs typeface="Times New Roman"/>
                <a:sym typeface="Times New Roman"/>
              </a:rPr>
              <a:t>Caja.</a:t>
            </a:r>
            <a:endParaRPr sz="3000">
              <a:latin typeface="Times New Roman"/>
              <a:ea typeface="Times New Roman"/>
              <a:cs typeface="Times New Roman"/>
              <a:sym typeface="Times New Roman"/>
            </a:endParaRPr>
          </a:p>
          <a:p>
            <a:pPr marL="2286000" lvl="0" indent="0" algn="l" rtl="0">
              <a:spcBef>
                <a:spcPts val="300"/>
              </a:spcBef>
              <a:spcAft>
                <a:spcPts val="0"/>
              </a:spcAft>
              <a:buNone/>
            </a:pPr>
            <a:endParaRPr sz="3000">
              <a:latin typeface="Times New Roman"/>
              <a:ea typeface="Times New Roman"/>
              <a:cs typeface="Times New Roman"/>
              <a:sym typeface="Times New Roman"/>
            </a:endParaRPr>
          </a:p>
          <a:p>
            <a:pPr marL="2286000" lvl="0" indent="0" algn="l" rtl="0">
              <a:spcBef>
                <a:spcPts val="300"/>
              </a:spcBef>
              <a:spcAft>
                <a:spcPts val="0"/>
              </a:spcAft>
              <a:buNone/>
            </a:pPr>
            <a:endParaRPr sz="3000">
              <a:latin typeface="Times New Roman"/>
              <a:ea typeface="Times New Roman"/>
              <a:cs typeface="Times New Roman"/>
              <a:sym typeface="Times New Roman"/>
            </a:endParaRPr>
          </a:p>
          <a:p>
            <a:pPr marL="2286000" lvl="0" indent="0" algn="l" rtl="0">
              <a:spcBef>
                <a:spcPts val="300"/>
              </a:spcBef>
              <a:spcAft>
                <a:spcPts val="0"/>
              </a:spcAft>
              <a:buNone/>
            </a:pPr>
            <a:endParaRPr sz="3000">
              <a:latin typeface="Times New Roman"/>
              <a:ea typeface="Times New Roman"/>
              <a:cs typeface="Times New Roman"/>
              <a:sym typeface="Times New Roman"/>
            </a:endParaRPr>
          </a:p>
          <a:p>
            <a:pPr marL="457200" lvl="0" indent="-419100" algn="l" rtl="0">
              <a:spcBef>
                <a:spcPts val="300"/>
              </a:spcBef>
              <a:spcAft>
                <a:spcPts val="0"/>
              </a:spcAft>
              <a:buSzPts val="3000"/>
              <a:buFont typeface="Times New Roman"/>
              <a:buChar char="●"/>
            </a:pPr>
            <a:r>
              <a:rPr lang="es-CL" sz="3000">
                <a:latin typeface="Times New Roman"/>
                <a:ea typeface="Times New Roman"/>
                <a:cs typeface="Times New Roman"/>
                <a:sym typeface="Times New Roman"/>
              </a:rPr>
              <a:t>Interpretación de datos y reportes errónea que puede llevar a decisiones fatales para el negocio, afectado por:</a:t>
            </a:r>
            <a:endParaRPr sz="3000">
              <a:latin typeface="Times New Roman"/>
              <a:ea typeface="Times New Roman"/>
              <a:cs typeface="Times New Roman"/>
              <a:sym typeface="Times New Roman"/>
            </a:endParaRPr>
          </a:p>
          <a:p>
            <a:pPr marL="2743200" lvl="5" indent="-419100" algn="l" rtl="0">
              <a:spcBef>
                <a:spcPts val="0"/>
              </a:spcBef>
              <a:spcAft>
                <a:spcPts val="0"/>
              </a:spcAft>
              <a:buSzPts val="3000"/>
              <a:buFont typeface="Times New Roman"/>
              <a:buChar char="■"/>
            </a:pPr>
            <a:r>
              <a:rPr lang="es-CL" sz="3000">
                <a:latin typeface="Times New Roman"/>
                <a:ea typeface="Times New Roman"/>
                <a:cs typeface="Times New Roman"/>
                <a:sym typeface="Times New Roman"/>
              </a:rPr>
              <a:t>Falta de un profesional analitico dentro de la gestión del negocio.</a:t>
            </a:r>
            <a:endParaRPr sz="3000">
              <a:latin typeface="Times New Roman"/>
              <a:ea typeface="Times New Roman"/>
              <a:cs typeface="Times New Roman"/>
              <a:sym typeface="Times New Roman"/>
            </a:endParaRPr>
          </a:p>
          <a:p>
            <a:pPr marL="457200" lvl="0" indent="0" algn="l" rtl="0">
              <a:spcBef>
                <a:spcPts val="300"/>
              </a:spcBef>
              <a:spcAft>
                <a:spcPts val="0"/>
              </a:spcAft>
              <a:buNone/>
            </a:pPr>
            <a:r>
              <a:rPr lang="es-CL" sz="3000">
                <a:latin typeface="Times New Roman"/>
                <a:ea typeface="Times New Roman"/>
                <a:cs typeface="Times New Roman"/>
                <a:sym typeface="Times New Roman"/>
              </a:rPr>
              <a:t>					</a:t>
            </a:r>
            <a:endParaRPr sz="3000">
              <a:latin typeface="Times New Roman"/>
              <a:ea typeface="Times New Roman"/>
              <a:cs typeface="Times New Roman"/>
              <a:sym typeface="Times New Roman"/>
            </a:endParaRPr>
          </a:p>
        </p:txBody>
      </p:sp>
      <p:pic>
        <p:nvPicPr>
          <p:cNvPr id="314" name="Google Shape;314;g860a5c84ad_0_41"/>
          <p:cNvPicPr preferRelativeResize="0"/>
          <p:nvPr/>
        </p:nvPicPr>
        <p:blipFill>
          <a:blip r:embed="rId3">
            <a:alphaModFix/>
          </a:blip>
          <a:stretch>
            <a:fillRect/>
          </a:stretch>
        </p:blipFill>
        <p:spPr>
          <a:xfrm>
            <a:off x="9602600" y="4643775"/>
            <a:ext cx="4836225" cy="2821800"/>
          </a:xfrm>
          <a:prstGeom prst="rect">
            <a:avLst/>
          </a:prstGeom>
          <a:noFill/>
          <a:ln>
            <a:noFill/>
          </a:ln>
          <a:effectLst>
            <a:outerShdw blurRad="328613" dist="257175" dir="18360000" algn="bl" rotWithShape="0">
              <a:srgbClr val="000000">
                <a:alpha val="14000"/>
              </a:srgbClr>
            </a:outerShdw>
          </a:effec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g76f6c50663_0_33"/>
          <p:cNvSpPr txBox="1">
            <a:spLocks noGrp="1"/>
          </p:cNvSpPr>
          <p:nvPr>
            <p:ph type="title"/>
          </p:nvPr>
        </p:nvSpPr>
        <p:spPr>
          <a:xfrm>
            <a:off x="2709195" y="136038"/>
            <a:ext cx="14935201" cy="1026000"/>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chemeClr val="dk2"/>
              </a:buClr>
              <a:buSzPts val="4400"/>
              <a:buFont typeface="Century Schoolbook"/>
              <a:buNone/>
            </a:pPr>
            <a:r>
              <a:rPr lang="es-CL"/>
              <a:t>                         </a:t>
            </a:r>
            <a:r>
              <a:rPr lang="es-CL" sz="4200" b="1"/>
              <a:t>Matriz de riesgo</a:t>
            </a:r>
            <a:endParaRPr sz="4200" b="1"/>
          </a:p>
        </p:txBody>
      </p:sp>
      <p:pic>
        <p:nvPicPr>
          <p:cNvPr id="320" name="Google Shape;320;g76f6c50663_0_33"/>
          <p:cNvPicPr preferRelativeResize="0"/>
          <p:nvPr/>
        </p:nvPicPr>
        <p:blipFill>
          <a:blip r:embed="rId3">
            <a:alphaModFix/>
          </a:blip>
          <a:stretch>
            <a:fillRect/>
          </a:stretch>
        </p:blipFill>
        <p:spPr>
          <a:xfrm>
            <a:off x="11553175" y="1390651"/>
            <a:ext cx="3590925" cy="4098001"/>
          </a:xfrm>
          <a:prstGeom prst="rect">
            <a:avLst/>
          </a:prstGeom>
          <a:noFill/>
          <a:ln>
            <a:noFill/>
          </a:ln>
        </p:spPr>
      </p:pic>
      <p:pic>
        <p:nvPicPr>
          <p:cNvPr id="321" name="Google Shape;321;g76f6c50663_0_33"/>
          <p:cNvPicPr preferRelativeResize="0"/>
          <p:nvPr/>
        </p:nvPicPr>
        <p:blipFill>
          <a:blip r:embed="rId4">
            <a:alphaModFix/>
          </a:blip>
          <a:stretch>
            <a:fillRect/>
          </a:stretch>
        </p:blipFill>
        <p:spPr>
          <a:xfrm>
            <a:off x="11616012" y="6053225"/>
            <a:ext cx="3617656" cy="3867150"/>
          </a:xfrm>
          <a:prstGeom prst="rect">
            <a:avLst/>
          </a:prstGeom>
          <a:noFill/>
          <a:ln>
            <a:noFill/>
          </a:ln>
        </p:spPr>
      </p:pic>
      <p:pic>
        <p:nvPicPr>
          <p:cNvPr id="322" name="Google Shape;322;g76f6c50663_0_33"/>
          <p:cNvPicPr preferRelativeResize="0"/>
          <p:nvPr/>
        </p:nvPicPr>
        <p:blipFill>
          <a:blip r:embed="rId5">
            <a:alphaModFix/>
          </a:blip>
          <a:stretch>
            <a:fillRect/>
          </a:stretch>
        </p:blipFill>
        <p:spPr>
          <a:xfrm>
            <a:off x="15436099" y="2728777"/>
            <a:ext cx="1870400" cy="4630350"/>
          </a:xfrm>
          <a:prstGeom prst="rect">
            <a:avLst/>
          </a:prstGeom>
          <a:noFill/>
          <a:ln>
            <a:noFill/>
          </a:ln>
        </p:spPr>
      </p:pic>
      <p:pic>
        <p:nvPicPr>
          <p:cNvPr id="323" name="Google Shape;323;g76f6c50663_0_33"/>
          <p:cNvPicPr preferRelativeResize="0"/>
          <p:nvPr/>
        </p:nvPicPr>
        <p:blipFill>
          <a:blip r:embed="rId6">
            <a:alphaModFix/>
          </a:blip>
          <a:stretch>
            <a:fillRect/>
          </a:stretch>
        </p:blipFill>
        <p:spPr>
          <a:xfrm>
            <a:off x="457950" y="1333975"/>
            <a:ext cx="10527700" cy="8612976"/>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g76f6c50663_0_39"/>
          <p:cNvSpPr txBox="1">
            <a:spLocks noGrp="1"/>
          </p:cNvSpPr>
          <p:nvPr>
            <p:ph type="title"/>
          </p:nvPr>
        </p:nvSpPr>
        <p:spPr>
          <a:xfrm>
            <a:off x="1740795" y="198713"/>
            <a:ext cx="14935201" cy="1026000"/>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chemeClr val="dk2"/>
              </a:buClr>
              <a:buSzPts val="4400"/>
              <a:buFont typeface="Century Schoolbook"/>
              <a:buNone/>
            </a:pPr>
            <a:r>
              <a:rPr lang="es-CL"/>
              <a:t>                         </a:t>
            </a:r>
            <a:r>
              <a:rPr lang="es-CL" sz="4200" b="1"/>
              <a:t>Control de Riesgo</a:t>
            </a:r>
            <a:endParaRPr sz="4200" b="1"/>
          </a:p>
        </p:txBody>
      </p:sp>
      <p:pic>
        <p:nvPicPr>
          <p:cNvPr id="329" name="Google Shape;329;g76f6c50663_0_39"/>
          <p:cNvPicPr preferRelativeResize="0"/>
          <p:nvPr/>
        </p:nvPicPr>
        <p:blipFill rotWithShape="1">
          <a:blip r:embed="rId3">
            <a:alphaModFix/>
          </a:blip>
          <a:srcRect/>
          <a:stretch/>
        </p:blipFill>
        <p:spPr>
          <a:xfrm>
            <a:off x="751413" y="2374958"/>
            <a:ext cx="16133224" cy="3929479"/>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g76f6c50663_6_82"/>
          <p:cNvSpPr txBox="1">
            <a:spLocks noGrp="1"/>
          </p:cNvSpPr>
          <p:nvPr>
            <p:ph type="title"/>
          </p:nvPr>
        </p:nvSpPr>
        <p:spPr>
          <a:xfrm>
            <a:off x="1394620" y="-108562"/>
            <a:ext cx="14935201" cy="1026000"/>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chemeClr val="dk2"/>
              </a:buClr>
              <a:buSzPts val="4400"/>
              <a:buFont typeface="Century Schoolbook"/>
              <a:buNone/>
            </a:pPr>
            <a:r>
              <a:rPr lang="es-CL"/>
              <a:t>                         </a:t>
            </a:r>
            <a:r>
              <a:rPr lang="es-CL" sz="4200" b="1"/>
              <a:t>KPI tiempo de atención</a:t>
            </a:r>
            <a:endParaRPr sz="4200" b="1"/>
          </a:p>
        </p:txBody>
      </p:sp>
      <p:sp>
        <p:nvSpPr>
          <p:cNvPr id="335" name="Google Shape;335;g76f6c50663_6_82"/>
          <p:cNvSpPr txBox="1">
            <a:spLocks noGrp="1"/>
          </p:cNvSpPr>
          <p:nvPr>
            <p:ph type="title"/>
          </p:nvPr>
        </p:nvSpPr>
        <p:spPr>
          <a:xfrm>
            <a:off x="1394620" y="3811163"/>
            <a:ext cx="14935201" cy="1026000"/>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chemeClr val="dk2"/>
              </a:buClr>
              <a:buSzPts val="4400"/>
              <a:buFont typeface="Century Schoolbook"/>
              <a:buNone/>
            </a:pPr>
            <a:r>
              <a:rPr lang="es-CL"/>
              <a:t>                         </a:t>
            </a:r>
            <a:r>
              <a:rPr lang="es-CL" sz="4200" b="1"/>
              <a:t>KPI Asistencia del equipo</a:t>
            </a:r>
            <a:endParaRPr sz="4200" b="1"/>
          </a:p>
        </p:txBody>
      </p:sp>
      <p:sp>
        <p:nvSpPr>
          <p:cNvPr id="336" name="Google Shape;336;g76f6c50663_6_82"/>
          <p:cNvSpPr txBox="1">
            <a:spLocks noGrp="1"/>
          </p:cNvSpPr>
          <p:nvPr>
            <p:ph type="title"/>
          </p:nvPr>
        </p:nvSpPr>
        <p:spPr>
          <a:xfrm>
            <a:off x="1394620" y="7059938"/>
            <a:ext cx="14935200" cy="1026000"/>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chemeClr val="dk2"/>
              </a:buClr>
              <a:buSzPts val="4400"/>
              <a:buFont typeface="Century Schoolbook"/>
              <a:buNone/>
            </a:pPr>
            <a:r>
              <a:rPr lang="es-CL"/>
              <a:t>                         </a:t>
            </a:r>
            <a:r>
              <a:rPr lang="es-CL" sz="4200" b="1"/>
              <a:t>KPI Rendimiento del equipo</a:t>
            </a:r>
            <a:endParaRPr sz="4200" b="1"/>
          </a:p>
        </p:txBody>
      </p:sp>
      <p:pic>
        <p:nvPicPr>
          <p:cNvPr id="337" name="Google Shape;337;g76f6c50663_6_82"/>
          <p:cNvPicPr preferRelativeResize="0"/>
          <p:nvPr/>
        </p:nvPicPr>
        <p:blipFill>
          <a:blip r:embed="rId3">
            <a:alphaModFix/>
          </a:blip>
          <a:stretch>
            <a:fillRect/>
          </a:stretch>
        </p:blipFill>
        <p:spPr>
          <a:xfrm>
            <a:off x="407500" y="4934684"/>
            <a:ext cx="16909450" cy="2341741"/>
          </a:xfrm>
          <a:prstGeom prst="rect">
            <a:avLst/>
          </a:prstGeom>
          <a:noFill/>
          <a:ln>
            <a:noFill/>
          </a:ln>
        </p:spPr>
      </p:pic>
      <p:pic>
        <p:nvPicPr>
          <p:cNvPr id="338" name="Google Shape;338;g76f6c50663_6_82"/>
          <p:cNvPicPr preferRelativeResize="0"/>
          <p:nvPr/>
        </p:nvPicPr>
        <p:blipFill>
          <a:blip r:embed="rId4">
            <a:alphaModFix/>
          </a:blip>
          <a:stretch>
            <a:fillRect/>
          </a:stretch>
        </p:blipFill>
        <p:spPr>
          <a:xfrm>
            <a:off x="292903" y="8227900"/>
            <a:ext cx="17138646" cy="1695175"/>
          </a:xfrm>
          <a:prstGeom prst="rect">
            <a:avLst/>
          </a:prstGeom>
          <a:noFill/>
          <a:ln>
            <a:noFill/>
          </a:ln>
        </p:spPr>
      </p:pic>
      <p:pic>
        <p:nvPicPr>
          <p:cNvPr id="339" name="Google Shape;339;g76f6c50663_6_82"/>
          <p:cNvPicPr preferRelativeResize="0"/>
          <p:nvPr/>
        </p:nvPicPr>
        <p:blipFill>
          <a:blip r:embed="rId5">
            <a:alphaModFix/>
          </a:blip>
          <a:stretch>
            <a:fillRect/>
          </a:stretch>
        </p:blipFill>
        <p:spPr>
          <a:xfrm>
            <a:off x="407500" y="1190025"/>
            <a:ext cx="16909451" cy="29616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g845b736331_4_0"/>
          <p:cNvSpPr txBox="1"/>
          <p:nvPr/>
        </p:nvSpPr>
        <p:spPr>
          <a:xfrm>
            <a:off x="5543600" y="894234"/>
            <a:ext cx="6603300" cy="780300"/>
          </a:xfrm>
          <a:prstGeom prst="rect">
            <a:avLst/>
          </a:prstGeom>
          <a:noFill/>
          <a:ln>
            <a:noFill/>
          </a:ln>
        </p:spPr>
        <p:txBody>
          <a:bodyPr spcFirstLastPara="1" wrap="square" lIns="91425" tIns="45700" rIns="91425" bIns="45700" anchor="b" anchorCtr="0">
            <a:noAutofit/>
          </a:bodyPr>
          <a:lstStyle/>
          <a:p>
            <a:pPr marL="0" marR="0" lvl="0" indent="0" algn="ctr" rtl="0">
              <a:lnSpc>
                <a:spcPct val="100000"/>
              </a:lnSpc>
              <a:spcBef>
                <a:spcPts val="0"/>
              </a:spcBef>
              <a:spcAft>
                <a:spcPts val="0"/>
              </a:spcAft>
              <a:buClr>
                <a:srgbClr val="000000"/>
              </a:buClr>
              <a:buSzPts val="4200"/>
              <a:buFont typeface="Arial"/>
              <a:buNone/>
            </a:pPr>
            <a:r>
              <a:rPr lang="es-CL" sz="4200" b="1" cap="small">
                <a:solidFill>
                  <a:schemeClr val="dk2"/>
                </a:solidFill>
                <a:latin typeface="Times New Roman"/>
                <a:ea typeface="Times New Roman"/>
                <a:cs typeface="Times New Roman"/>
                <a:sym typeface="Times New Roman"/>
              </a:rPr>
              <a:t>Arquitectura Operacional</a:t>
            </a:r>
            <a:endParaRPr sz="1400" b="0" i="0" u="none" strike="noStrike" cap="none">
              <a:solidFill>
                <a:srgbClr val="000000"/>
              </a:solidFill>
              <a:latin typeface="Arial"/>
              <a:ea typeface="Arial"/>
              <a:cs typeface="Arial"/>
              <a:sym typeface="Arial"/>
            </a:endParaRPr>
          </a:p>
        </p:txBody>
      </p:sp>
      <p:pic>
        <p:nvPicPr>
          <p:cNvPr id="345" name="Google Shape;345;g845b736331_4_0"/>
          <p:cNvPicPr preferRelativeResize="0"/>
          <p:nvPr/>
        </p:nvPicPr>
        <p:blipFill rotWithShape="1">
          <a:blip r:embed="rId3">
            <a:alphaModFix/>
          </a:blip>
          <a:srcRect l="-520" r="520"/>
          <a:stretch/>
        </p:blipFill>
        <p:spPr>
          <a:xfrm>
            <a:off x="2006963" y="1766875"/>
            <a:ext cx="13676575" cy="843292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g76f6c50663_0_28"/>
          <p:cNvSpPr txBox="1">
            <a:spLocks noGrp="1"/>
          </p:cNvSpPr>
          <p:nvPr>
            <p:ph type="title"/>
          </p:nvPr>
        </p:nvSpPr>
        <p:spPr>
          <a:xfrm>
            <a:off x="1435925" y="780693"/>
            <a:ext cx="14935200" cy="10260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chemeClr val="dk2"/>
              </a:buClr>
              <a:buSzPts val="4200"/>
              <a:buFont typeface="Times New Roman"/>
              <a:buNone/>
            </a:pPr>
            <a:r>
              <a:rPr lang="es-CL" sz="4200" b="1">
                <a:latin typeface="Times New Roman"/>
                <a:ea typeface="Times New Roman"/>
                <a:cs typeface="Times New Roman"/>
                <a:sym typeface="Times New Roman"/>
              </a:rPr>
              <a:t>Cronología de desarrollo del proyecto</a:t>
            </a:r>
            <a:endParaRPr/>
          </a:p>
        </p:txBody>
      </p:sp>
      <p:pic>
        <p:nvPicPr>
          <p:cNvPr id="351" name="Google Shape;351;g76f6c50663_0_28"/>
          <p:cNvPicPr preferRelativeResize="0"/>
          <p:nvPr/>
        </p:nvPicPr>
        <p:blipFill>
          <a:blip r:embed="rId3">
            <a:alphaModFix/>
          </a:blip>
          <a:stretch>
            <a:fillRect/>
          </a:stretch>
        </p:blipFill>
        <p:spPr>
          <a:xfrm>
            <a:off x="277925" y="2217102"/>
            <a:ext cx="17403602" cy="71567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g76f6c50663_6_76"/>
          <p:cNvSpPr txBox="1">
            <a:spLocks noGrp="1"/>
          </p:cNvSpPr>
          <p:nvPr>
            <p:ph type="title"/>
          </p:nvPr>
        </p:nvSpPr>
        <p:spPr>
          <a:xfrm>
            <a:off x="937275" y="185743"/>
            <a:ext cx="14935201" cy="10260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SzPts val="1800"/>
              <a:buNone/>
            </a:pPr>
            <a:r>
              <a:rPr lang="es-CL"/>
              <a:t>EDT del Proyecto</a:t>
            </a:r>
            <a:endParaRPr/>
          </a:p>
        </p:txBody>
      </p:sp>
      <p:pic>
        <p:nvPicPr>
          <p:cNvPr id="357" name="Google Shape;357;g76f6c50663_6_76"/>
          <p:cNvPicPr preferRelativeResize="0"/>
          <p:nvPr/>
        </p:nvPicPr>
        <p:blipFill rotWithShape="1">
          <a:blip r:embed="rId3">
            <a:alphaModFix/>
          </a:blip>
          <a:srcRect/>
          <a:stretch/>
        </p:blipFill>
        <p:spPr>
          <a:xfrm>
            <a:off x="2123350" y="1211750"/>
            <a:ext cx="12563049" cy="8862051"/>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g8d8228ba78_1_0"/>
          <p:cNvSpPr txBox="1">
            <a:spLocks noGrp="1"/>
          </p:cNvSpPr>
          <p:nvPr>
            <p:ph type="title"/>
          </p:nvPr>
        </p:nvSpPr>
        <p:spPr>
          <a:xfrm>
            <a:off x="914400" y="1099993"/>
            <a:ext cx="149352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Documentación de cierre de proyecto</a:t>
            </a:r>
            <a:endParaRPr/>
          </a:p>
        </p:txBody>
      </p:sp>
      <p:sp>
        <p:nvSpPr>
          <p:cNvPr id="363" name="Google Shape;363;g8d8228ba78_1_0"/>
          <p:cNvSpPr txBox="1">
            <a:spLocks noGrp="1"/>
          </p:cNvSpPr>
          <p:nvPr>
            <p:ph type="body" idx="1"/>
          </p:nvPr>
        </p:nvSpPr>
        <p:spPr>
          <a:xfrm>
            <a:off x="1900925" y="2436455"/>
            <a:ext cx="14935200" cy="7309500"/>
          </a:xfrm>
          <a:prstGeom prst="rect">
            <a:avLst/>
          </a:prstGeom>
        </p:spPr>
        <p:txBody>
          <a:bodyPr spcFirstLastPara="1" wrap="square" lIns="91425" tIns="45700" rIns="91425" bIns="45700" anchor="t" anchorCtr="0">
            <a:noAutofit/>
          </a:bodyPr>
          <a:lstStyle/>
          <a:p>
            <a:pPr marL="457200" lvl="0" indent="-308610" algn="l" rtl="0">
              <a:spcBef>
                <a:spcPts val="900"/>
              </a:spcBef>
              <a:spcAft>
                <a:spcPts val="0"/>
              </a:spcAft>
              <a:buSzPts val="1260"/>
              <a:buChar char="➢"/>
            </a:pPr>
            <a:r>
              <a:rPr lang="es-CL"/>
              <a:t>Documentación de pruebas Aprobada.-</a:t>
            </a:r>
            <a:endParaRPr/>
          </a:p>
          <a:p>
            <a:pPr marL="1371600" lvl="0" indent="0" algn="l" rtl="0">
              <a:spcBef>
                <a:spcPts val="900"/>
              </a:spcBef>
              <a:spcAft>
                <a:spcPts val="0"/>
              </a:spcAft>
              <a:buNone/>
            </a:pPr>
            <a:endParaRPr/>
          </a:p>
          <a:p>
            <a:pPr marL="457200" lvl="0" indent="-308610" algn="l" rtl="0">
              <a:spcBef>
                <a:spcPts val="900"/>
              </a:spcBef>
              <a:spcAft>
                <a:spcPts val="0"/>
              </a:spcAft>
              <a:buSzPts val="1260"/>
              <a:buChar char="➢"/>
            </a:pPr>
            <a:r>
              <a:rPr lang="es-CL"/>
              <a:t>Documentación de requerimientos Aprobada.-</a:t>
            </a:r>
            <a:endParaRPr/>
          </a:p>
          <a:p>
            <a:pPr marL="1371600" lvl="0" indent="0" algn="l" rtl="0">
              <a:spcBef>
                <a:spcPts val="900"/>
              </a:spcBef>
              <a:spcAft>
                <a:spcPts val="0"/>
              </a:spcAft>
              <a:buNone/>
            </a:pPr>
            <a:endParaRPr/>
          </a:p>
          <a:p>
            <a:pPr marL="457200" lvl="0" indent="-308610" algn="l" rtl="0">
              <a:spcBef>
                <a:spcPts val="900"/>
              </a:spcBef>
              <a:spcAft>
                <a:spcPts val="0"/>
              </a:spcAft>
              <a:buSzPts val="1260"/>
              <a:buChar char="➢"/>
            </a:pPr>
            <a:r>
              <a:rPr lang="es-CL"/>
              <a:t>Visuales y operación del SW Aprobada por el cliente.-</a:t>
            </a:r>
            <a:endParaRPr/>
          </a:p>
          <a:p>
            <a:pPr marL="1371600" lvl="0" indent="0" algn="l" rtl="0">
              <a:spcBef>
                <a:spcPts val="900"/>
              </a:spcBef>
              <a:spcAft>
                <a:spcPts val="0"/>
              </a:spcAft>
              <a:buNone/>
            </a:pPr>
            <a:endParaRPr/>
          </a:p>
          <a:p>
            <a:pPr marL="457200" lvl="0" indent="-308610" algn="l" rtl="0">
              <a:spcBef>
                <a:spcPts val="900"/>
              </a:spcBef>
              <a:spcAft>
                <a:spcPts val="0"/>
              </a:spcAft>
              <a:buSzPts val="1260"/>
              <a:buChar char="➢"/>
            </a:pPr>
            <a:r>
              <a:rPr lang="es-CL"/>
              <a:t>Implementación del SW Aprobada por el cliente.-</a:t>
            </a:r>
            <a:endParaRPr/>
          </a:p>
          <a:p>
            <a:pPr marL="1371600" lvl="0" indent="0" algn="l" rtl="0">
              <a:spcBef>
                <a:spcPts val="900"/>
              </a:spcBef>
              <a:spcAft>
                <a:spcPts val="0"/>
              </a:spcAft>
              <a:buNone/>
            </a:pPr>
            <a:endParaRPr/>
          </a:p>
          <a:p>
            <a:pPr marL="1371600" lvl="0" indent="0" algn="l" rtl="0">
              <a:spcBef>
                <a:spcPts val="900"/>
              </a:spcBef>
              <a:spcAft>
                <a:spcPts val="0"/>
              </a:spcAft>
              <a:buNone/>
            </a:pPr>
            <a:endParaRPr/>
          </a:p>
          <a:p>
            <a:pPr marL="0" lvl="0" indent="0" algn="l" rtl="0">
              <a:spcBef>
                <a:spcPts val="900"/>
              </a:spcBef>
              <a:spcAft>
                <a:spcPts val="0"/>
              </a:spcAft>
              <a:buNone/>
            </a:pPr>
            <a:endParaRPr/>
          </a:p>
          <a:p>
            <a:pPr marL="0" lvl="0" indent="0" algn="l" rtl="0">
              <a:spcBef>
                <a:spcPts val="90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g8d8228ba78_1_5"/>
          <p:cNvSpPr txBox="1">
            <a:spLocks noGrp="1"/>
          </p:cNvSpPr>
          <p:nvPr>
            <p:ph type="title"/>
          </p:nvPr>
        </p:nvSpPr>
        <p:spPr>
          <a:xfrm>
            <a:off x="914400" y="1099993"/>
            <a:ext cx="14935200" cy="1026000"/>
          </a:xfrm>
          <a:prstGeom prst="rect">
            <a:avLst/>
          </a:prstGeom>
        </p:spPr>
        <p:txBody>
          <a:bodyPr spcFirstLastPara="1" wrap="square" lIns="91425" tIns="45700" rIns="91425" bIns="45700" anchor="b" anchorCtr="0">
            <a:noAutofit/>
          </a:bodyPr>
          <a:lstStyle/>
          <a:p>
            <a:pPr marL="0" lvl="0" indent="0" algn="ctr" rtl="0">
              <a:spcBef>
                <a:spcPts val="0"/>
              </a:spcBef>
              <a:spcAft>
                <a:spcPts val="0"/>
              </a:spcAft>
              <a:buNone/>
            </a:pPr>
            <a:r>
              <a:rPr lang="es-CL"/>
              <a:t>Cierre formal del proyecto</a:t>
            </a:r>
            <a:endParaRPr/>
          </a:p>
        </p:txBody>
      </p:sp>
      <p:pic>
        <p:nvPicPr>
          <p:cNvPr id="369" name="Google Shape;369;g8d8228ba78_1_5"/>
          <p:cNvPicPr preferRelativeResize="0"/>
          <p:nvPr/>
        </p:nvPicPr>
        <p:blipFill>
          <a:blip r:embed="rId3">
            <a:alphaModFix/>
          </a:blip>
          <a:stretch>
            <a:fillRect/>
          </a:stretch>
        </p:blipFill>
        <p:spPr>
          <a:xfrm>
            <a:off x="1760775" y="2046100"/>
            <a:ext cx="5437175" cy="7643349"/>
          </a:xfrm>
          <a:prstGeom prst="rect">
            <a:avLst/>
          </a:prstGeom>
          <a:noFill/>
          <a:ln>
            <a:noFill/>
          </a:ln>
        </p:spPr>
      </p:pic>
      <p:pic>
        <p:nvPicPr>
          <p:cNvPr id="370" name="Google Shape;370;g8d8228ba78_1_5"/>
          <p:cNvPicPr preferRelativeResize="0"/>
          <p:nvPr/>
        </p:nvPicPr>
        <p:blipFill>
          <a:blip r:embed="rId4">
            <a:alphaModFix/>
          </a:blip>
          <a:stretch>
            <a:fillRect/>
          </a:stretch>
        </p:blipFill>
        <p:spPr>
          <a:xfrm>
            <a:off x="8062850" y="2613275"/>
            <a:ext cx="6753251" cy="6897199"/>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4"/>
        <p:cNvGrpSpPr/>
        <p:nvPr/>
      </p:nvGrpSpPr>
      <p:grpSpPr>
        <a:xfrm>
          <a:off x="0" y="0"/>
          <a:ext cx="0" cy="0"/>
          <a:chOff x="0" y="0"/>
          <a:chExt cx="0" cy="0"/>
        </a:xfrm>
      </p:grpSpPr>
      <p:sp>
        <p:nvSpPr>
          <p:cNvPr id="375" name="Google Shape;375;g76f6c50663_6_100"/>
          <p:cNvSpPr txBox="1">
            <a:spLocks noGrp="1"/>
          </p:cNvSpPr>
          <p:nvPr>
            <p:ph type="title"/>
          </p:nvPr>
        </p:nvSpPr>
        <p:spPr>
          <a:xfrm>
            <a:off x="1040300" y="272843"/>
            <a:ext cx="14935200" cy="10260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SzPts val="1800"/>
              <a:buNone/>
            </a:pPr>
            <a:r>
              <a:rPr lang="es-CL"/>
              <a:t>Conclusión</a:t>
            </a:r>
            <a:endParaRPr/>
          </a:p>
        </p:txBody>
      </p:sp>
      <p:sp>
        <p:nvSpPr>
          <p:cNvPr id="376" name="Google Shape;376;g76f6c50663_6_100"/>
          <p:cNvSpPr txBox="1">
            <a:spLocks noGrp="1"/>
          </p:cNvSpPr>
          <p:nvPr>
            <p:ph type="body" idx="1"/>
          </p:nvPr>
        </p:nvSpPr>
        <p:spPr>
          <a:xfrm>
            <a:off x="1040300" y="1298848"/>
            <a:ext cx="14935200" cy="8667000"/>
          </a:xfrm>
          <a:prstGeom prst="rect">
            <a:avLst/>
          </a:prstGeom>
          <a:noFill/>
          <a:ln>
            <a:noFill/>
          </a:ln>
        </p:spPr>
        <p:txBody>
          <a:bodyPr spcFirstLastPara="1" wrap="square" lIns="91425" tIns="45700" rIns="91425" bIns="45700" anchor="t" anchorCtr="0">
            <a:noAutofit/>
          </a:bodyPr>
          <a:lstStyle/>
          <a:p>
            <a:pPr marL="0" lvl="0" indent="0" algn="just" rtl="0">
              <a:lnSpc>
                <a:spcPct val="115000"/>
              </a:lnSpc>
              <a:spcBef>
                <a:spcPts val="0"/>
              </a:spcBef>
              <a:spcAft>
                <a:spcPts val="0"/>
              </a:spcAft>
              <a:buSzPts val="1100"/>
              <a:buNone/>
            </a:pPr>
            <a:endParaRPr sz="4600"/>
          </a:p>
          <a:p>
            <a:pPr marL="0" lvl="0" indent="0" algn="just" rtl="0">
              <a:lnSpc>
                <a:spcPct val="115000"/>
              </a:lnSpc>
              <a:spcBef>
                <a:spcPts val="0"/>
              </a:spcBef>
              <a:spcAft>
                <a:spcPts val="0"/>
              </a:spcAft>
              <a:buSzPts val="1100"/>
              <a:buNone/>
            </a:pPr>
            <a:r>
              <a:rPr lang="es-CL" sz="2800"/>
              <a:t>Cada integrante del equipo, entregará una conclusión basada en el aprendizaje obtenido durante el desarrollo de este proyecto</a:t>
            </a:r>
            <a:endParaRPr sz="2800"/>
          </a:p>
          <a:p>
            <a:pPr marL="0" lvl="0" indent="0" algn="just" rtl="0">
              <a:lnSpc>
                <a:spcPct val="115000"/>
              </a:lnSpc>
              <a:spcBef>
                <a:spcPts val="0"/>
              </a:spcBef>
              <a:spcAft>
                <a:spcPts val="0"/>
              </a:spcAft>
              <a:buSzPts val="1100"/>
              <a:buNone/>
            </a:pPr>
            <a:endParaRPr sz="2400"/>
          </a:p>
          <a:p>
            <a:pPr marL="4572000" lvl="0" indent="-406400" algn="l" rtl="0">
              <a:lnSpc>
                <a:spcPct val="115000"/>
              </a:lnSpc>
              <a:spcBef>
                <a:spcPts val="0"/>
              </a:spcBef>
              <a:spcAft>
                <a:spcPts val="0"/>
              </a:spcAft>
              <a:buSzPts val="2800"/>
              <a:buChar char="❖"/>
            </a:pPr>
            <a:r>
              <a:rPr lang="es-CL" sz="2800"/>
              <a:t>Jen Pierr Cieza Díaz</a:t>
            </a:r>
            <a:endParaRPr sz="2800"/>
          </a:p>
          <a:p>
            <a:pPr marL="4572000" lvl="0" indent="-406400" algn="l" rtl="0">
              <a:lnSpc>
                <a:spcPct val="115000"/>
              </a:lnSpc>
              <a:spcBef>
                <a:spcPts val="0"/>
              </a:spcBef>
              <a:spcAft>
                <a:spcPts val="0"/>
              </a:spcAft>
              <a:buSzPts val="2800"/>
              <a:buChar char="❖"/>
            </a:pPr>
            <a:r>
              <a:rPr lang="es-CL" sz="2800"/>
              <a:t>Agustín Humberto Bornscheuer Guajardo</a:t>
            </a:r>
            <a:endParaRPr sz="2800"/>
          </a:p>
          <a:p>
            <a:pPr marL="4572000" lvl="0" indent="-406400" algn="l" rtl="0">
              <a:lnSpc>
                <a:spcPct val="115000"/>
              </a:lnSpc>
              <a:spcBef>
                <a:spcPts val="0"/>
              </a:spcBef>
              <a:spcAft>
                <a:spcPts val="0"/>
              </a:spcAft>
              <a:buSzPts val="2800"/>
              <a:buChar char="❖"/>
            </a:pPr>
            <a:r>
              <a:rPr lang="es-CL" sz="2800"/>
              <a:t>Ignacio Andrés Pérez Flores </a:t>
            </a:r>
            <a:endParaRPr sz="2800"/>
          </a:p>
          <a:p>
            <a:pPr marL="4572000" lvl="0" indent="-406400" algn="l" rtl="0">
              <a:lnSpc>
                <a:spcPct val="115000"/>
              </a:lnSpc>
              <a:spcBef>
                <a:spcPts val="0"/>
              </a:spcBef>
              <a:spcAft>
                <a:spcPts val="0"/>
              </a:spcAft>
              <a:buSzPts val="2800"/>
              <a:buChar char="❖"/>
            </a:pPr>
            <a:r>
              <a:rPr lang="es-CL" sz="2800"/>
              <a:t>Henry Richard Lohse Rojas </a:t>
            </a:r>
            <a:endParaRPr sz="2800"/>
          </a:p>
          <a:p>
            <a:pPr marL="0" lvl="0" indent="0" algn="ctr" rtl="0">
              <a:lnSpc>
                <a:spcPct val="100000"/>
              </a:lnSpc>
              <a:spcBef>
                <a:spcPts val="900"/>
              </a:spcBef>
              <a:spcAft>
                <a:spcPts val="0"/>
              </a:spcAft>
              <a:buSzPts val="1260"/>
              <a:buNone/>
            </a:pPr>
            <a:endParaRPr/>
          </a:p>
          <a:p>
            <a:pPr marL="0" lvl="0" indent="0" algn="ctr" rtl="0">
              <a:lnSpc>
                <a:spcPct val="100000"/>
              </a:lnSpc>
              <a:spcBef>
                <a:spcPts val="900"/>
              </a:spcBef>
              <a:spcAft>
                <a:spcPts val="0"/>
              </a:spcAft>
              <a:buSzPts val="1260"/>
              <a:buNone/>
            </a:pPr>
            <a:r>
              <a:rPr lang="es-CL" sz="4500"/>
              <a:t>Muchas Gracias </a:t>
            </a:r>
            <a:endParaRPr sz="4500"/>
          </a:p>
          <a:p>
            <a:pPr marL="0" lvl="0" indent="0" algn="l" rtl="0">
              <a:lnSpc>
                <a:spcPct val="100000"/>
              </a:lnSpc>
              <a:spcBef>
                <a:spcPts val="900"/>
              </a:spcBef>
              <a:spcAft>
                <a:spcPts val="0"/>
              </a:spcAft>
              <a:buSzPts val="1260"/>
              <a:buNone/>
            </a:pPr>
            <a:r>
              <a:rPr lang="es-CL" sz="4500"/>
              <a:t>                                 Por su atención</a:t>
            </a:r>
            <a:r>
              <a:rPr lang="es-CL"/>
              <a:t>.</a:t>
            </a:r>
            <a:endParaRPr/>
          </a:p>
        </p:txBody>
      </p:sp>
      <p:pic>
        <p:nvPicPr>
          <p:cNvPr id="377" name="Google Shape;377;g76f6c50663_6_100"/>
          <p:cNvPicPr preferRelativeResize="0"/>
          <p:nvPr/>
        </p:nvPicPr>
        <p:blipFill>
          <a:blip r:embed="rId3">
            <a:alphaModFix/>
          </a:blip>
          <a:stretch>
            <a:fillRect/>
          </a:stretch>
        </p:blipFill>
        <p:spPr>
          <a:xfrm>
            <a:off x="16063200" y="152629"/>
            <a:ext cx="1399983" cy="2051025"/>
          </a:xfrm>
          <a:prstGeom prst="rect">
            <a:avLst/>
          </a:prstGeom>
          <a:noFill/>
          <a:ln>
            <a:noFill/>
          </a:ln>
        </p:spPr>
      </p:pic>
    </p:spTree>
  </p:cSld>
  <p:clrMapOvr>
    <a:masterClrMapping/>
  </p:clrMapOvr>
</p:sld>
</file>

<file path=ppt/theme/theme1.xml><?xml version="1.0" encoding="utf-8"?>
<a:theme xmlns:a="http://schemas.openxmlformats.org/drawingml/2006/main" name="Mirador">
  <a:themeElements>
    <a:clrScheme name="Mirador">
      <a:dk1>
        <a:srgbClr val="000000"/>
      </a:dk1>
      <a:lt1>
        <a:srgbClr val="FFFFFF"/>
      </a:lt1>
      <a:dk2>
        <a:srgbClr val="575F6D"/>
      </a:dk2>
      <a:lt2>
        <a:srgbClr val="FFF39D"/>
      </a:lt2>
      <a:accent1>
        <a:srgbClr val="FE8637"/>
      </a:accent1>
      <a:accent2>
        <a:srgbClr val="7598D9"/>
      </a:accent2>
      <a:accent3>
        <a:srgbClr val="B32C16"/>
      </a:accent3>
      <a:accent4>
        <a:srgbClr val="F5CD2D"/>
      </a:accent4>
      <a:accent5>
        <a:srgbClr val="AEBAD5"/>
      </a:accent5>
      <a:accent6>
        <a:srgbClr val="777C84"/>
      </a:accent6>
      <a:hlink>
        <a:srgbClr val="D2611C"/>
      </a:hlink>
      <a:folHlink>
        <a:srgbClr val="3B435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1678</Words>
  <Application>Microsoft Office PowerPoint</Application>
  <PresentationFormat>Personalizado</PresentationFormat>
  <Paragraphs>232</Paragraphs>
  <Slides>32</Slides>
  <Notes>32</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32</vt:i4>
      </vt:variant>
    </vt:vector>
  </HeadingPairs>
  <TitlesOfParts>
    <vt:vector size="38" baseType="lpstr">
      <vt:lpstr>Arial</vt:lpstr>
      <vt:lpstr>Noto Sans Symbols</vt:lpstr>
      <vt:lpstr>Courier New</vt:lpstr>
      <vt:lpstr>Times New Roman</vt:lpstr>
      <vt:lpstr>Century Schoolbook</vt:lpstr>
      <vt:lpstr>Mirador</vt:lpstr>
      <vt:lpstr>Sistema de gestión  Restobar CORE V1</vt:lpstr>
      <vt:lpstr>Índice</vt:lpstr>
      <vt:lpstr>Presentación de PowerPoint</vt:lpstr>
      <vt:lpstr>Propósito del Cliente</vt:lpstr>
      <vt:lpstr>objetivos</vt:lpstr>
      <vt:lpstr>Restricciones de proyecto</vt:lpstr>
      <vt:lpstr>Presentación de PowerPoint</vt:lpstr>
      <vt:lpstr>Metodología utilizada para la gestión y desarrollo del proyecto</vt:lpstr>
      <vt:lpstr>Gestión de herramientas y RRHH</vt:lpstr>
      <vt:lpstr>                                                Alcance</vt:lpstr>
      <vt:lpstr>IDE utilizado para desarrollar el proyecto</vt:lpstr>
      <vt:lpstr>Lenguaje de programación utilizado para la solución </vt:lpstr>
      <vt:lpstr>Documentación de Código fuente </vt:lpstr>
      <vt:lpstr>Documentación de Código fuente </vt:lpstr>
      <vt:lpstr>Clasificación del lenguaje de programación que se utilizó</vt:lpstr>
      <vt:lpstr>Requerimientos Principales</vt:lpstr>
      <vt:lpstr>Pruebas de Requerimientos Efectuadas </vt:lpstr>
      <vt:lpstr>Pruebas de Requerimientos </vt:lpstr>
      <vt:lpstr>Presentación del SW en operación</vt:lpstr>
      <vt:lpstr>Diagrama de flujo vista Administrador</vt:lpstr>
      <vt:lpstr>Diagrama de flujo venta Garzones</vt:lpstr>
      <vt:lpstr>Impactos Positivos del proyecto</vt:lpstr>
      <vt:lpstr>Impactos Negativos del Proyecto</vt:lpstr>
      <vt:lpstr>                         Matriz de riesgo</vt:lpstr>
      <vt:lpstr>                         Control de Riesgo</vt:lpstr>
      <vt:lpstr>                         KPI tiempo de atención</vt:lpstr>
      <vt:lpstr>Presentación de PowerPoint</vt:lpstr>
      <vt:lpstr>Cronología de desarrollo del proyecto</vt:lpstr>
      <vt:lpstr>EDT del Proyecto</vt:lpstr>
      <vt:lpstr>Documentación de cierre de proyecto</vt:lpstr>
      <vt:lpstr>Cierre formal del proyecto</vt:lpstr>
      <vt:lpstr>Conclusión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Bárbara Victoria Rasse  Cárcamo</dc:creator>
  <cp:lastModifiedBy>Jen Pierr cieza diaz</cp:lastModifiedBy>
  <cp:revision>1</cp:revision>
  <dcterms:created xsi:type="dcterms:W3CDTF">2016-09-21T19:57:33Z</dcterms:created>
  <dcterms:modified xsi:type="dcterms:W3CDTF">2026-04-09T22:38:34Z</dcterms:modified>
</cp:coreProperties>
</file>